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48" r:id="rId5"/>
  </p:sldMasterIdLst>
  <p:notesMasterIdLst>
    <p:notesMasterId r:id="rId42"/>
  </p:notesMasterIdLst>
  <p:sldIdLst>
    <p:sldId id="288" r:id="rId6"/>
    <p:sldId id="257" r:id="rId7"/>
    <p:sldId id="260" r:id="rId8"/>
    <p:sldId id="259" r:id="rId9"/>
    <p:sldId id="303" r:id="rId10"/>
    <p:sldId id="261" r:id="rId11"/>
    <p:sldId id="267" r:id="rId12"/>
    <p:sldId id="291" r:id="rId13"/>
    <p:sldId id="292" r:id="rId14"/>
    <p:sldId id="281" r:id="rId15"/>
    <p:sldId id="282" r:id="rId16"/>
    <p:sldId id="283" r:id="rId17"/>
    <p:sldId id="293" r:id="rId18"/>
    <p:sldId id="286" r:id="rId19"/>
    <p:sldId id="268" r:id="rId20"/>
    <p:sldId id="271" r:id="rId21"/>
    <p:sldId id="274" r:id="rId22"/>
    <p:sldId id="272" r:id="rId23"/>
    <p:sldId id="273" r:id="rId24"/>
    <p:sldId id="275" r:id="rId25"/>
    <p:sldId id="276" r:id="rId26"/>
    <p:sldId id="265" r:id="rId27"/>
    <p:sldId id="311" r:id="rId28"/>
    <p:sldId id="305" r:id="rId29"/>
    <p:sldId id="310" r:id="rId30"/>
    <p:sldId id="306" r:id="rId31"/>
    <p:sldId id="308" r:id="rId32"/>
    <p:sldId id="312" r:id="rId33"/>
    <p:sldId id="307" r:id="rId34"/>
    <p:sldId id="313" r:id="rId35"/>
    <p:sldId id="314" r:id="rId36"/>
    <p:sldId id="298" r:id="rId37"/>
    <p:sldId id="299" r:id="rId38"/>
    <p:sldId id="297" r:id="rId39"/>
    <p:sldId id="300" r:id="rId40"/>
    <p:sldId id="30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554B2-CF16-7B4E-B93E-BE0F5C9847D0}" v="395" dt="2025-07-16T22:32:32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9"/>
  </p:normalViewPr>
  <p:slideViewPr>
    <p:cSldViewPr snapToGrid="0">
      <p:cViewPr varScale="1">
        <p:scale>
          <a:sx n="115" d="100"/>
          <a:sy n="115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, Somesh" userId="1acabf4b-f33c-4133-9f27-9eb78ba0ac66" providerId="ADAL" clId="{1D6AC2EB-F712-4211-8004-4938C3240DC1}"/>
    <pc:docChg chg="custSel modSld">
      <pc:chgData name="Roy, Somesh" userId="1acabf4b-f33c-4133-9f27-9eb78ba0ac66" providerId="ADAL" clId="{1D6AC2EB-F712-4211-8004-4938C3240DC1}" dt="2023-07-24T22:17:12.865" v="4" actId="404"/>
      <pc:docMkLst>
        <pc:docMk/>
      </pc:docMkLst>
      <pc:sldChg chg="delSp mod delAnim">
        <pc:chgData name="Roy, Somesh" userId="1acabf4b-f33c-4133-9f27-9eb78ba0ac66" providerId="ADAL" clId="{1D6AC2EB-F712-4211-8004-4938C3240DC1}" dt="2023-07-24T22:16:09.385" v="0" actId="478"/>
        <pc:sldMkLst>
          <pc:docMk/>
          <pc:sldMk cId="4221095728" sldId="257"/>
        </pc:sldMkLst>
      </pc:sldChg>
      <pc:sldChg chg="addSp modSp mod">
        <pc:chgData name="Roy, Somesh" userId="1acabf4b-f33c-4133-9f27-9eb78ba0ac66" providerId="ADAL" clId="{1D6AC2EB-F712-4211-8004-4938C3240DC1}" dt="2023-07-24T22:17:12.865" v="4" actId="404"/>
        <pc:sldMkLst>
          <pc:docMk/>
          <pc:sldMk cId="7928765" sldId="292"/>
        </pc:sldMkLst>
      </pc:sldChg>
    </pc:docChg>
  </pc:docChgLst>
  <pc:docChgLst>
    <pc:chgData name="Mukut, KM" userId="2fac2f92-416c-4e92-82ba-41ee479b5d48" providerId="ADAL" clId="{B4086C10-76DC-8C49-B312-2A3F37850741}"/>
    <pc:docChg chg="undo custSel addSld delSld modSld">
      <pc:chgData name="Mukut, KM" userId="2fac2f92-416c-4e92-82ba-41ee479b5d48" providerId="ADAL" clId="{B4086C10-76DC-8C49-B312-2A3F37850741}" dt="2023-07-23T22:11:03.939" v="407" actId="20577"/>
      <pc:docMkLst>
        <pc:docMk/>
      </pc:docMkLst>
      <pc:sldChg chg="addSp delSp modSp mod setBg setClrOvrMap">
        <pc:chgData name="Mukut, KM" userId="2fac2f92-416c-4e92-82ba-41ee479b5d48" providerId="ADAL" clId="{B4086C10-76DC-8C49-B312-2A3F37850741}" dt="2023-07-23T22:08:26.259" v="361" actId="26606"/>
        <pc:sldMkLst>
          <pc:docMk/>
          <pc:sldMk cId="4132216747" sldId="256"/>
        </pc:sldMkLst>
      </pc:sldChg>
      <pc:sldChg chg="addSp delSp modSp mod setBg addAnim delAnim">
        <pc:chgData name="Mukut, KM" userId="2fac2f92-416c-4e92-82ba-41ee479b5d48" providerId="ADAL" clId="{B4086C10-76DC-8C49-B312-2A3F37850741}" dt="2023-07-23T22:11:03.939" v="407" actId="20577"/>
        <pc:sldMkLst>
          <pc:docMk/>
          <pc:sldMk cId="367211742" sldId="260"/>
        </pc:sldMkLst>
      </pc:sldChg>
      <pc:sldChg chg="del">
        <pc:chgData name="Mukut, KM" userId="2fac2f92-416c-4e92-82ba-41ee479b5d48" providerId="ADAL" clId="{B4086C10-76DC-8C49-B312-2A3F37850741}" dt="2023-07-23T21:23:28.506" v="27" actId="2696"/>
        <pc:sldMkLst>
          <pc:docMk/>
          <pc:sldMk cId="3886847710" sldId="269"/>
        </pc:sldMkLst>
      </pc:sldChg>
      <pc:sldChg chg="del">
        <pc:chgData name="Mukut, KM" userId="2fac2f92-416c-4e92-82ba-41ee479b5d48" providerId="ADAL" clId="{B4086C10-76DC-8C49-B312-2A3F37850741}" dt="2023-07-23T21:58:02.263" v="330" actId="2696"/>
        <pc:sldMkLst>
          <pc:docMk/>
          <pc:sldMk cId="3793004979" sldId="270"/>
        </pc:sldMkLst>
      </pc:sldChg>
      <pc:sldChg chg="modSp mod">
        <pc:chgData name="Mukut, KM" userId="2fac2f92-416c-4e92-82ba-41ee479b5d48" providerId="ADAL" clId="{B4086C10-76DC-8C49-B312-2A3F37850741}" dt="2023-07-23T21:44:40.269" v="71" actId="2711"/>
        <pc:sldMkLst>
          <pc:docMk/>
          <pc:sldMk cId="697158601" sldId="272"/>
        </pc:sldMkLst>
      </pc:sldChg>
      <pc:sldChg chg="modSp mod">
        <pc:chgData name="Mukut, KM" userId="2fac2f92-416c-4e92-82ba-41ee479b5d48" providerId="ADAL" clId="{B4086C10-76DC-8C49-B312-2A3F37850741}" dt="2023-07-23T21:44:24.861" v="70" actId="2711"/>
        <pc:sldMkLst>
          <pc:docMk/>
          <pc:sldMk cId="4235301837" sldId="273"/>
        </pc:sldMkLst>
      </pc:sldChg>
      <pc:sldChg chg="modSp mod">
        <pc:chgData name="Mukut, KM" userId="2fac2f92-416c-4e92-82ba-41ee479b5d48" providerId="ADAL" clId="{B4086C10-76DC-8C49-B312-2A3F37850741}" dt="2023-07-23T21:44:47.620" v="73" actId="27636"/>
        <pc:sldMkLst>
          <pc:docMk/>
          <pc:sldMk cId="3718634394" sldId="274"/>
        </pc:sldMkLst>
      </pc:sldChg>
      <pc:sldChg chg="modSp mod">
        <pc:chgData name="Mukut, KM" userId="2fac2f92-416c-4e92-82ba-41ee479b5d48" providerId="ADAL" clId="{B4086C10-76DC-8C49-B312-2A3F37850741}" dt="2023-07-23T21:44:12.996" v="69" actId="2711"/>
        <pc:sldMkLst>
          <pc:docMk/>
          <pc:sldMk cId="1118311816" sldId="275"/>
        </pc:sldMkLst>
      </pc:sldChg>
      <pc:sldChg chg="modSp mod">
        <pc:chgData name="Mukut, KM" userId="2fac2f92-416c-4e92-82ba-41ee479b5d48" providerId="ADAL" clId="{B4086C10-76DC-8C49-B312-2A3F37850741}" dt="2023-07-23T21:44:01.506" v="68" actId="1076"/>
        <pc:sldMkLst>
          <pc:docMk/>
          <pc:sldMk cId="382836062" sldId="276"/>
        </pc:sldMkLst>
      </pc:sldChg>
      <pc:sldChg chg="modSp mod">
        <pc:chgData name="Mukut, KM" userId="2fac2f92-416c-4e92-82ba-41ee479b5d48" providerId="ADAL" clId="{B4086C10-76DC-8C49-B312-2A3F37850741}" dt="2023-07-23T21:43:47.744" v="66" actId="2711"/>
        <pc:sldMkLst>
          <pc:docMk/>
          <pc:sldMk cId="1998030866" sldId="277"/>
        </pc:sldMkLst>
      </pc:sldChg>
      <pc:sldChg chg="modSp mod">
        <pc:chgData name="Mukut, KM" userId="2fac2f92-416c-4e92-82ba-41ee479b5d48" providerId="ADAL" clId="{B4086C10-76DC-8C49-B312-2A3F37850741}" dt="2023-07-23T21:43:31.652" v="64" actId="2711"/>
        <pc:sldMkLst>
          <pc:docMk/>
          <pc:sldMk cId="3158441860" sldId="278"/>
        </pc:sldMkLst>
      </pc:sldChg>
      <pc:sldChg chg="modSp mod">
        <pc:chgData name="Mukut, KM" userId="2fac2f92-416c-4e92-82ba-41ee479b5d48" providerId="ADAL" clId="{B4086C10-76DC-8C49-B312-2A3F37850741}" dt="2023-07-23T21:38:43.322" v="41" actId="2711"/>
        <pc:sldMkLst>
          <pc:docMk/>
          <pc:sldMk cId="4143896332" sldId="279"/>
        </pc:sldMkLst>
      </pc:sldChg>
      <pc:sldChg chg="del">
        <pc:chgData name="Mukut, KM" userId="2fac2f92-416c-4e92-82ba-41ee479b5d48" providerId="ADAL" clId="{B4086C10-76DC-8C49-B312-2A3F37850741}" dt="2023-07-23T21:40:12.709" v="42" actId="2696"/>
        <pc:sldMkLst>
          <pc:docMk/>
          <pc:sldMk cId="151862332" sldId="280"/>
        </pc:sldMkLst>
      </pc:sldChg>
      <pc:sldChg chg="addSp delSp modSp add del mod">
        <pc:chgData name="Mukut, KM" userId="2fac2f92-416c-4e92-82ba-41ee479b5d48" providerId="ADAL" clId="{B4086C10-76DC-8C49-B312-2A3F37850741}" dt="2023-07-23T21:22:43.756" v="24" actId="14100"/>
        <pc:sldMkLst>
          <pc:docMk/>
          <pc:sldMk cId="0" sldId="281"/>
        </pc:sldMkLst>
      </pc:sldChg>
      <pc:sldChg chg="modSp add mod">
        <pc:chgData name="Mukut, KM" userId="2fac2f92-416c-4e92-82ba-41ee479b5d48" providerId="ADAL" clId="{B4086C10-76DC-8C49-B312-2A3F37850741}" dt="2023-07-23T21:23:19.259" v="26" actId="2711"/>
        <pc:sldMkLst>
          <pc:docMk/>
          <pc:sldMk cId="0" sldId="282"/>
        </pc:sldMkLst>
      </pc:sldChg>
      <pc:sldChg chg="delSp add mod">
        <pc:chgData name="Mukut, KM" userId="2fac2f92-416c-4e92-82ba-41ee479b5d48" providerId="ADAL" clId="{B4086C10-76DC-8C49-B312-2A3F37850741}" dt="2023-07-23T21:23:47.797" v="29" actId="478"/>
        <pc:sldMkLst>
          <pc:docMk/>
          <pc:sldMk cId="0" sldId="283"/>
        </pc:sldMkLst>
      </pc:sldChg>
      <pc:sldChg chg="delSp add mod">
        <pc:chgData name="Mukut, KM" userId="2fac2f92-416c-4e92-82ba-41ee479b5d48" providerId="ADAL" clId="{B4086C10-76DC-8C49-B312-2A3F37850741}" dt="2023-07-23T21:24:03.428" v="31" actId="478"/>
        <pc:sldMkLst>
          <pc:docMk/>
          <pc:sldMk cId="0" sldId="284"/>
        </pc:sldMkLst>
      </pc:sldChg>
      <pc:sldChg chg="delSp add mod">
        <pc:chgData name="Mukut, KM" userId="2fac2f92-416c-4e92-82ba-41ee479b5d48" providerId="ADAL" clId="{B4086C10-76DC-8C49-B312-2A3F37850741}" dt="2023-07-23T21:24:18.044" v="33" actId="478"/>
        <pc:sldMkLst>
          <pc:docMk/>
          <pc:sldMk cId="0" sldId="285"/>
        </pc:sldMkLst>
      </pc:sldChg>
      <pc:sldChg chg="delSp modSp add mod">
        <pc:chgData name="Mukut, KM" userId="2fac2f92-416c-4e92-82ba-41ee479b5d48" providerId="ADAL" clId="{B4086C10-76DC-8C49-B312-2A3F37850741}" dt="2023-07-23T21:58:22.432" v="348" actId="1036"/>
        <pc:sldMkLst>
          <pc:docMk/>
          <pc:sldMk cId="0" sldId="286"/>
        </pc:sldMkLst>
      </pc:sldChg>
      <pc:sldChg chg="addSp delSp modSp new mod setBg">
        <pc:chgData name="Mukut, KM" userId="2fac2f92-416c-4e92-82ba-41ee479b5d48" providerId="ADAL" clId="{B4086C10-76DC-8C49-B312-2A3F37850741}" dt="2023-07-23T21:43:19.719" v="63" actId="2711"/>
        <pc:sldMkLst>
          <pc:docMk/>
          <pc:sldMk cId="1955131238" sldId="287"/>
        </pc:sldMkLst>
      </pc:sldChg>
    </pc:docChg>
  </pc:docChgLst>
  <pc:docChgLst>
    <pc:chgData name="Roy, Somesh" userId="1acabf4b-f33c-4133-9f27-9eb78ba0ac66" providerId="ADAL" clId="{8A7932B7-C305-40E5-B508-CC22F6115DD4}"/>
    <pc:docChg chg="undo redo custSel addSld delSld modSld sldOrd addMainMaster modMainMaster">
      <pc:chgData name="Roy, Somesh" userId="1acabf4b-f33c-4133-9f27-9eb78ba0ac66" providerId="ADAL" clId="{8A7932B7-C305-40E5-B508-CC22F6115DD4}" dt="2023-07-24T18:54:43.436" v="7550" actId="47"/>
      <pc:docMkLst>
        <pc:docMk/>
      </pc:docMkLst>
      <pc:sldChg chg="addSp delSp modSp del mod setBg addAnim delAnim">
        <pc:chgData name="Roy, Somesh" userId="1acabf4b-f33c-4133-9f27-9eb78ba0ac66" providerId="ADAL" clId="{8A7932B7-C305-40E5-B508-CC22F6115DD4}" dt="2023-07-23T23:41:27.396" v="2631" actId="47"/>
        <pc:sldMkLst>
          <pc:docMk/>
          <pc:sldMk cId="4132216747" sldId="256"/>
        </pc:sldMkLst>
      </pc:sldChg>
      <pc:sldChg chg="addSp delSp modSp mod setBg modClrScheme addAnim delAnim modAnim chgLayout">
        <pc:chgData name="Roy, Somesh" userId="1acabf4b-f33c-4133-9f27-9eb78ba0ac66" providerId="ADAL" clId="{8A7932B7-C305-40E5-B508-CC22F6115DD4}" dt="2023-07-24T07:02:46.617" v="7548"/>
        <pc:sldMkLst>
          <pc:docMk/>
          <pc:sldMk cId="4221095728" sldId="257"/>
        </pc:sldMkLst>
      </pc:sldChg>
      <pc:sldChg chg="delSp del mod ord delAnim">
        <pc:chgData name="Roy, Somesh" userId="1acabf4b-f33c-4133-9f27-9eb78ba0ac66" providerId="ADAL" clId="{8A7932B7-C305-40E5-B508-CC22F6115DD4}" dt="2023-07-24T06:02:07.151" v="5080" actId="2696"/>
        <pc:sldMkLst>
          <pc:docMk/>
          <pc:sldMk cId="676143270" sldId="258"/>
        </pc:sldMkLst>
      </pc:sldChg>
      <pc:sldChg chg="addSp delSp modSp mod setBg">
        <pc:chgData name="Roy, Somesh" userId="1acabf4b-f33c-4133-9f27-9eb78ba0ac66" providerId="ADAL" clId="{8A7932B7-C305-40E5-B508-CC22F6115DD4}" dt="2023-07-24T04:56:01.388" v="3166" actId="20577"/>
        <pc:sldMkLst>
          <pc:docMk/>
          <pc:sldMk cId="305995836" sldId="259"/>
        </pc:sldMkLst>
      </pc:sldChg>
      <pc:sldChg chg="modSp new mod">
        <pc:chgData name="Roy, Somesh" userId="1acabf4b-f33c-4133-9f27-9eb78ba0ac66" providerId="ADAL" clId="{8A7932B7-C305-40E5-B508-CC22F6115DD4}" dt="2023-07-24T06:55:28.650" v="7463" actId="6549"/>
        <pc:sldMkLst>
          <pc:docMk/>
          <pc:sldMk cId="367211742" sldId="260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2608774520" sldId="260"/>
        </pc:sldMkLst>
      </pc:sldChg>
      <pc:sldChg chg="addSp modSp new mod setBg modAnim">
        <pc:chgData name="Roy, Somesh" userId="1acabf4b-f33c-4133-9f27-9eb78ba0ac66" providerId="ADAL" clId="{8A7932B7-C305-40E5-B508-CC22F6115DD4}" dt="2023-07-24T04:58:28.712" v="3304"/>
        <pc:sldMkLst>
          <pc:docMk/>
          <pc:sldMk cId="1666705114" sldId="261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3568497926" sldId="261"/>
        </pc:sldMkLst>
      </pc:sldChg>
      <pc:sldChg chg="addSp delSp modSp new del mod setBg modClrScheme addAnim delAnim chgLayout">
        <pc:chgData name="Roy, Somesh" userId="1acabf4b-f33c-4133-9f27-9eb78ba0ac66" providerId="ADAL" clId="{8A7932B7-C305-40E5-B508-CC22F6115DD4}" dt="2023-07-23T23:41:27.396" v="2631" actId="47"/>
        <pc:sldMkLst>
          <pc:docMk/>
          <pc:sldMk cId="622839799" sldId="262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1229150662" sldId="262"/>
        </pc:sldMkLst>
      </pc:sldChg>
      <pc:sldChg chg="addSp delSp modSp add mod setBg">
        <pc:chgData name="Roy, Somesh" userId="1acabf4b-f33c-4133-9f27-9eb78ba0ac66" providerId="ADAL" clId="{8A7932B7-C305-40E5-B508-CC22F6115DD4}" dt="2023-07-24T05:18:02.070" v="3620" actId="20577"/>
        <pc:sldMkLst>
          <pc:docMk/>
          <pc:sldMk cId="94667389" sldId="263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257350961" sldId="263"/>
        </pc:sldMkLst>
      </pc:sldChg>
      <pc:sldChg chg="addSp delSp modSp new mod setBg modAnim modNotesTx">
        <pc:chgData name="Roy, Somesh" userId="1acabf4b-f33c-4133-9f27-9eb78ba0ac66" providerId="ADAL" clId="{8A7932B7-C305-40E5-B508-CC22F6115DD4}" dt="2023-07-24T05:38:19.402" v="4604" actId="108"/>
        <pc:sldMkLst>
          <pc:docMk/>
          <pc:sldMk cId="1891088690" sldId="264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2687896181" sldId="264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1158311950" sldId="265"/>
        </pc:sldMkLst>
      </pc:sldChg>
      <pc:sldChg chg="addSp delSp modSp new mod ord setBg addAnim delAnim">
        <pc:chgData name="Roy, Somesh" userId="1acabf4b-f33c-4133-9f27-9eb78ba0ac66" providerId="ADAL" clId="{8A7932B7-C305-40E5-B508-CC22F6115DD4}" dt="2023-07-24T00:19:48.635" v="2770"/>
        <pc:sldMkLst>
          <pc:docMk/>
          <pc:sldMk cId="2468509887" sldId="265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1798755160" sldId="266"/>
        </pc:sldMkLst>
      </pc:sldChg>
      <pc:sldChg chg="addSp delSp modSp new mod setBg modNotesTx">
        <pc:chgData name="Roy, Somesh" userId="1acabf4b-f33c-4133-9f27-9eb78ba0ac66" providerId="ADAL" clId="{8A7932B7-C305-40E5-B508-CC22F6115DD4}" dt="2023-07-24T05:35:03.552" v="4389" actId="20577"/>
        <pc:sldMkLst>
          <pc:docMk/>
          <pc:sldMk cId="3934883542" sldId="266"/>
        </pc:sldMkLst>
      </pc:sldChg>
      <pc:sldChg chg="addSp delSp modSp new mod setBg modClrScheme chgLayout">
        <pc:chgData name="Roy, Somesh" userId="1acabf4b-f33c-4133-9f27-9eb78ba0ac66" providerId="ADAL" clId="{8A7932B7-C305-40E5-B508-CC22F6115DD4}" dt="2023-07-23T06:27:41.835" v="1443" actId="26606"/>
        <pc:sldMkLst>
          <pc:docMk/>
          <pc:sldMk cId="3562931672" sldId="267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273508788" sldId="267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94026669" sldId="268"/>
        </pc:sldMkLst>
      </pc:sldChg>
      <pc:sldChg chg="addSp delSp modSp new mod ord setBg modClrScheme chgLayout">
        <pc:chgData name="Roy, Somesh" userId="1acabf4b-f33c-4133-9f27-9eb78ba0ac66" providerId="ADAL" clId="{8A7932B7-C305-40E5-B508-CC22F6115DD4}" dt="2023-07-24T00:12:06.030" v="2766"/>
        <pc:sldMkLst>
          <pc:docMk/>
          <pc:sldMk cId="1020345223" sldId="268"/>
        </pc:sldMkLst>
      </pc:sldChg>
      <pc:sldChg chg="addSp delSp modSp new mod setBg">
        <pc:chgData name="Roy, Somesh" userId="1acabf4b-f33c-4133-9f27-9eb78ba0ac66" providerId="ADAL" clId="{8A7932B7-C305-40E5-B508-CC22F6115DD4}" dt="2023-07-23T06:30:40.271" v="1731" actId="26606"/>
        <pc:sldMkLst>
          <pc:docMk/>
          <pc:sldMk cId="3886847710" sldId="269"/>
        </pc:sldMkLst>
      </pc:sldChg>
      <pc:sldChg chg="del">
        <pc:chgData name="Roy, Somesh" userId="1acabf4b-f33c-4133-9f27-9eb78ba0ac66" providerId="ADAL" clId="{8A7932B7-C305-40E5-B508-CC22F6115DD4}" dt="2023-07-23T06:04:26.195" v="0" actId="47"/>
        <pc:sldMkLst>
          <pc:docMk/>
          <pc:sldMk cId="4220855993" sldId="269"/>
        </pc:sldMkLst>
      </pc:sldChg>
      <pc:sldChg chg="del">
        <pc:chgData name="Roy, Somesh" userId="1acabf4b-f33c-4133-9f27-9eb78ba0ac66" providerId="ADAL" clId="{8A7932B7-C305-40E5-B508-CC22F6115DD4}" dt="2023-07-23T06:04:57.415" v="17" actId="47"/>
        <pc:sldMkLst>
          <pc:docMk/>
          <pc:sldMk cId="2875579076" sldId="270"/>
        </pc:sldMkLst>
      </pc:sldChg>
      <pc:sldChg chg="modSp new mod">
        <pc:chgData name="Roy, Somesh" userId="1acabf4b-f33c-4133-9f27-9eb78ba0ac66" providerId="ADAL" clId="{8A7932B7-C305-40E5-B508-CC22F6115DD4}" dt="2023-07-23T06:31:23.247" v="1748" actId="20577"/>
        <pc:sldMkLst>
          <pc:docMk/>
          <pc:sldMk cId="3793004979" sldId="270"/>
        </pc:sldMkLst>
      </pc:sldChg>
      <pc:sldChg chg="addSp modSp new mod setBg">
        <pc:chgData name="Roy, Somesh" userId="1acabf4b-f33c-4133-9f27-9eb78ba0ac66" providerId="ADAL" clId="{8A7932B7-C305-40E5-B508-CC22F6115DD4}" dt="2023-07-24T06:11:35.760" v="5404" actId="20577"/>
        <pc:sldMkLst>
          <pc:docMk/>
          <pc:sldMk cId="604845896" sldId="271"/>
        </pc:sldMkLst>
      </pc:sldChg>
      <pc:sldChg chg="addSp modSp new mod setBg">
        <pc:chgData name="Roy, Somesh" userId="1acabf4b-f33c-4133-9f27-9eb78ba0ac66" providerId="ADAL" clId="{8A7932B7-C305-40E5-B508-CC22F6115DD4}" dt="2023-07-24T06:13:36.676" v="5529" actId="20577"/>
        <pc:sldMkLst>
          <pc:docMk/>
          <pc:sldMk cId="697158601" sldId="272"/>
        </pc:sldMkLst>
      </pc:sldChg>
      <pc:sldChg chg="addSp delSp modSp new mod setBg modClrScheme delAnim modAnim delDesignElem chgLayout">
        <pc:chgData name="Roy, Somesh" userId="1acabf4b-f33c-4133-9f27-9eb78ba0ac66" providerId="ADAL" clId="{8A7932B7-C305-40E5-B508-CC22F6115DD4}" dt="2023-07-24T06:12:36.278" v="5419" actId="1076"/>
        <pc:sldMkLst>
          <pc:docMk/>
          <pc:sldMk cId="4235301837" sldId="273"/>
        </pc:sldMkLst>
      </pc:sldChg>
      <pc:sldChg chg="addSp modSp new mod setBg">
        <pc:chgData name="Roy, Somesh" userId="1acabf4b-f33c-4133-9f27-9eb78ba0ac66" providerId="ADAL" clId="{8A7932B7-C305-40E5-B508-CC22F6115DD4}" dt="2023-07-24T06:12:16.660" v="5415" actId="14100"/>
        <pc:sldMkLst>
          <pc:docMk/>
          <pc:sldMk cId="3718634394" sldId="274"/>
        </pc:sldMkLst>
      </pc:sldChg>
      <pc:sldChg chg="add">
        <pc:chgData name="Roy, Somesh" userId="1acabf4b-f33c-4133-9f27-9eb78ba0ac66" providerId="ADAL" clId="{8A7932B7-C305-40E5-B508-CC22F6115DD4}" dt="2023-07-23T06:46:04.497" v="2279"/>
        <pc:sldMkLst>
          <pc:docMk/>
          <pc:sldMk cId="1118311816" sldId="275"/>
        </pc:sldMkLst>
      </pc:sldChg>
      <pc:sldChg chg="add">
        <pc:chgData name="Roy, Somesh" userId="1acabf4b-f33c-4133-9f27-9eb78ba0ac66" providerId="ADAL" clId="{8A7932B7-C305-40E5-B508-CC22F6115DD4}" dt="2023-07-23T06:46:06.024" v="2281"/>
        <pc:sldMkLst>
          <pc:docMk/>
          <pc:sldMk cId="382836062" sldId="276"/>
        </pc:sldMkLst>
      </pc:sldChg>
      <pc:sldChg chg="modSp add del mod">
        <pc:chgData name="Roy, Somesh" userId="1acabf4b-f33c-4133-9f27-9eb78ba0ac66" providerId="ADAL" clId="{8A7932B7-C305-40E5-B508-CC22F6115DD4}" dt="2023-07-24T06:16:01.829" v="5546" actId="47"/>
        <pc:sldMkLst>
          <pc:docMk/>
          <pc:sldMk cId="1998030866" sldId="277"/>
        </pc:sldMkLst>
      </pc:sldChg>
      <pc:sldChg chg="add del">
        <pc:chgData name="Roy, Somesh" userId="1acabf4b-f33c-4133-9f27-9eb78ba0ac66" providerId="ADAL" clId="{8A7932B7-C305-40E5-B508-CC22F6115DD4}" dt="2023-07-24T06:19:04.619" v="5584" actId="47"/>
        <pc:sldMkLst>
          <pc:docMk/>
          <pc:sldMk cId="3158441860" sldId="278"/>
        </pc:sldMkLst>
      </pc:sldChg>
      <pc:sldChg chg="addSp delSp modSp new mod setBg modClrScheme modAnim delDesignElem chgLayout">
        <pc:chgData name="Roy, Somesh" userId="1acabf4b-f33c-4133-9f27-9eb78ba0ac66" providerId="ADAL" clId="{8A7932B7-C305-40E5-B508-CC22F6115DD4}" dt="2023-07-24T06:32:43.547" v="6489" actId="2711"/>
        <pc:sldMkLst>
          <pc:docMk/>
          <pc:sldMk cId="4143896332" sldId="279"/>
        </pc:sldMkLst>
      </pc:sldChg>
      <pc:sldChg chg="add">
        <pc:chgData name="Roy, Somesh" userId="1acabf4b-f33c-4133-9f27-9eb78ba0ac66" providerId="ADAL" clId="{8A7932B7-C305-40E5-B508-CC22F6115DD4}" dt="2023-07-23T06:50:54.583" v="2412"/>
        <pc:sldMkLst>
          <pc:docMk/>
          <pc:sldMk cId="151862332" sldId="280"/>
        </pc:sldMkLst>
      </pc:sldChg>
      <pc:sldChg chg="addSp delSp modSp mod">
        <pc:chgData name="Roy, Somesh" userId="1acabf4b-f33c-4133-9f27-9eb78ba0ac66" providerId="ADAL" clId="{8A7932B7-C305-40E5-B508-CC22F6115DD4}" dt="2023-07-24T06:03:29.394" v="5131" actId="20577"/>
        <pc:sldMkLst>
          <pc:docMk/>
          <pc:sldMk cId="0" sldId="281"/>
        </pc:sldMkLst>
      </pc:sldChg>
      <pc:sldChg chg="modSp mod">
        <pc:chgData name="Roy, Somesh" userId="1acabf4b-f33c-4133-9f27-9eb78ba0ac66" providerId="ADAL" clId="{8A7932B7-C305-40E5-B508-CC22F6115DD4}" dt="2023-07-24T06:07:02.351" v="5360" actId="6549"/>
        <pc:sldMkLst>
          <pc:docMk/>
          <pc:sldMk cId="0" sldId="282"/>
        </pc:sldMkLst>
      </pc:sldChg>
      <pc:sldChg chg="addSp modSp mod modAnim">
        <pc:chgData name="Roy, Somesh" userId="1acabf4b-f33c-4133-9f27-9eb78ba0ac66" providerId="ADAL" clId="{8A7932B7-C305-40E5-B508-CC22F6115DD4}" dt="2023-07-24T06:09:33.154" v="5371"/>
        <pc:sldMkLst>
          <pc:docMk/>
          <pc:sldMk cId="0" sldId="283"/>
        </pc:sldMkLst>
      </pc:sldChg>
      <pc:sldChg chg="del">
        <pc:chgData name="Roy, Somesh" userId="1acabf4b-f33c-4133-9f27-9eb78ba0ac66" providerId="ADAL" clId="{8A7932B7-C305-40E5-B508-CC22F6115DD4}" dt="2023-07-24T06:08:46.195" v="5365" actId="2696"/>
        <pc:sldMkLst>
          <pc:docMk/>
          <pc:sldMk cId="0" sldId="284"/>
        </pc:sldMkLst>
      </pc:sldChg>
      <pc:sldChg chg="del">
        <pc:chgData name="Roy, Somesh" userId="1acabf4b-f33c-4133-9f27-9eb78ba0ac66" providerId="ADAL" clId="{8A7932B7-C305-40E5-B508-CC22F6115DD4}" dt="2023-07-24T06:11:06.405" v="5372" actId="47"/>
        <pc:sldMkLst>
          <pc:docMk/>
          <pc:sldMk cId="0" sldId="285"/>
        </pc:sldMkLst>
      </pc:sldChg>
      <pc:sldChg chg="del mod modShow">
        <pc:chgData name="Roy, Somesh" userId="1acabf4b-f33c-4133-9f27-9eb78ba0ac66" providerId="ADAL" clId="{8A7932B7-C305-40E5-B508-CC22F6115DD4}" dt="2023-07-24T18:54:43.436" v="7550" actId="47"/>
        <pc:sldMkLst>
          <pc:docMk/>
          <pc:sldMk cId="1955131238" sldId="287"/>
        </pc:sldMkLst>
      </pc:sldChg>
      <pc:sldChg chg="addSp delSp modSp new mod ord setBg setFolMasterObjs modClrScheme chgLayout">
        <pc:chgData name="Roy, Somesh" userId="1acabf4b-f33c-4133-9f27-9eb78ba0ac66" providerId="ADAL" clId="{8A7932B7-C305-40E5-B508-CC22F6115DD4}" dt="2023-07-23T22:49:40.551" v="2565" actId="20578"/>
        <pc:sldMkLst>
          <pc:docMk/>
          <pc:sldMk cId="1899486786" sldId="288"/>
        </pc:sldMkLst>
      </pc:sldChg>
      <pc:sldChg chg="addSp modSp new del mod">
        <pc:chgData name="Roy, Somesh" userId="1acabf4b-f33c-4133-9f27-9eb78ba0ac66" providerId="ADAL" clId="{8A7932B7-C305-40E5-B508-CC22F6115DD4}" dt="2023-07-24T01:30:59.348" v="3138" actId="2696"/>
        <pc:sldMkLst>
          <pc:docMk/>
          <pc:sldMk cId="1552155425" sldId="289"/>
        </pc:sldMkLst>
      </pc:sldChg>
      <pc:sldChg chg="addSp delSp modSp add mod setBg setClrOvrMap">
        <pc:chgData name="Roy, Somesh" userId="1acabf4b-f33c-4133-9f27-9eb78ba0ac66" providerId="ADAL" clId="{8A7932B7-C305-40E5-B508-CC22F6115DD4}" dt="2023-07-24T05:22:48.491" v="4025" actId="20577"/>
        <pc:sldMkLst>
          <pc:docMk/>
          <pc:sldMk cId="2969691500" sldId="289"/>
        </pc:sldMkLst>
      </pc:sldChg>
      <pc:sldChg chg="addSp delSp modSp new del mod modClrScheme chgLayout">
        <pc:chgData name="Roy, Somesh" userId="1acabf4b-f33c-4133-9f27-9eb78ba0ac66" providerId="ADAL" clId="{8A7932B7-C305-40E5-B508-CC22F6115DD4}" dt="2023-07-24T05:43:44.128" v="4709" actId="47"/>
        <pc:sldMkLst>
          <pc:docMk/>
          <pc:sldMk cId="2998980541" sldId="290"/>
        </pc:sldMkLst>
      </pc:sldChg>
      <pc:sldChg chg="addSp delSp modSp new mod setBg modClrScheme chgLayout">
        <pc:chgData name="Roy, Somesh" userId="1acabf4b-f33c-4133-9f27-9eb78ba0ac66" providerId="ADAL" clId="{8A7932B7-C305-40E5-B508-CC22F6115DD4}" dt="2023-07-24T05:54:16.952" v="4936" actId="27636"/>
        <pc:sldMkLst>
          <pc:docMk/>
          <pc:sldMk cId="2055005093" sldId="291"/>
        </pc:sldMkLst>
      </pc:sldChg>
      <pc:sldChg chg="addSp delSp modSp new mod setBg">
        <pc:chgData name="Roy, Somesh" userId="1acabf4b-f33c-4133-9f27-9eb78ba0ac66" providerId="ADAL" clId="{8A7932B7-C305-40E5-B508-CC22F6115DD4}" dt="2023-07-24T06:00:42.734" v="5071" actId="21"/>
        <pc:sldMkLst>
          <pc:docMk/>
          <pc:sldMk cId="7928765" sldId="292"/>
        </pc:sldMkLst>
      </pc:sldChg>
      <pc:sldChg chg="add del">
        <pc:chgData name="Roy, Somesh" userId="1acabf4b-f33c-4133-9f27-9eb78ba0ac66" providerId="ADAL" clId="{8A7932B7-C305-40E5-B508-CC22F6115DD4}" dt="2023-07-24T06:02:17.958" v="5081" actId="2696"/>
        <pc:sldMkLst>
          <pc:docMk/>
          <pc:sldMk cId="203914330" sldId="293"/>
        </pc:sldMkLst>
      </pc:sldChg>
      <pc:sldChg chg="addSp delSp modSp add mod setBg">
        <pc:chgData name="Roy, Somesh" userId="1acabf4b-f33c-4133-9f27-9eb78ba0ac66" providerId="ADAL" clId="{8A7932B7-C305-40E5-B508-CC22F6115DD4}" dt="2023-07-24T06:08:40.596" v="5364" actId="26606"/>
        <pc:sldMkLst>
          <pc:docMk/>
          <pc:sldMk cId="3902131348" sldId="293"/>
        </pc:sldMkLst>
      </pc:sldChg>
      <pc:sldChg chg="addSp delSp modSp new mod setBg modClrScheme chgLayout">
        <pc:chgData name="Roy, Somesh" userId="1acabf4b-f33c-4133-9f27-9eb78ba0ac66" providerId="ADAL" clId="{8A7932B7-C305-40E5-B508-CC22F6115DD4}" dt="2023-07-24T06:18:12.018" v="5576" actId="26606"/>
        <pc:sldMkLst>
          <pc:docMk/>
          <pc:sldMk cId="2687646872" sldId="294"/>
        </pc:sldMkLst>
      </pc:sldChg>
      <pc:sldChg chg="addSp delSp modSp new mod setBg">
        <pc:chgData name="Roy, Somesh" userId="1acabf4b-f33c-4133-9f27-9eb78ba0ac66" providerId="ADAL" clId="{8A7932B7-C305-40E5-B508-CC22F6115DD4}" dt="2023-07-24T06:18:57.013" v="5583" actId="948"/>
        <pc:sldMkLst>
          <pc:docMk/>
          <pc:sldMk cId="1442776364" sldId="295"/>
        </pc:sldMkLst>
      </pc:sldChg>
      <pc:sldChg chg="addSp modSp new mod setBg">
        <pc:chgData name="Roy, Somesh" userId="1acabf4b-f33c-4133-9f27-9eb78ba0ac66" providerId="ADAL" clId="{8A7932B7-C305-40E5-B508-CC22F6115DD4}" dt="2023-07-24T06:24:45.468" v="5948" actId="20577"/>
        <pc:sldMkLst>
          <pc:docMk/>
          <pc:sldMk cId="2949696911" sldId="296"/>
        </pc:sldMkLst>
      </pc:sldChg>
      <pc:sldChg chg="addSp modSp new mod ord setBg">
        <pc:chgData name="Roy, Somesh" userId="1acabf4b-f33c-4133-9f27-9eb78ba0ac66" providerId="ADAL" clId="{8A7932B7-C305-40E5-B508-CC22F6115DD4}" dt="2023-07-24T06:52:01.185" v="7452"/>
        <pc:sldMkLst>
          <pc:docMk/>
          <pc:sldMk cId="3448292438" sldId="297"/>
        </pc:sldMkLst>
      </pc:sldChg>
      <pc:sldChg chg="addSp modSp new mod setBg modClrScheme chgLayout">
        <pc:chgData name="Roy, Somesh" userId="1acabf4b-f33c-4133-9f27-9eb78ba0ac66" providerId="ADAL" clId="{8A7932B7-C305-40E5-B508-CC22F6115DD4}" dt="2023-07-24T06:36:27.107" v="6726" actId="26606"/>
        <pc:sldMkLst>
          <pc:docMk/>
          <pc:sldMk cId="2255806145" sldId="298"/>
        </pc:sldMkLst>
      </pc:sldChg>
      <pc:sldChg chg="addSp modSp new mod setBg">
        <pc:chgData name="Roy, Somesh" userId="1acabf4b-f33c-4133-9f27-9eb78ba0ac66" providerId="ADAL" clId="{8A7932B7-C305-40E5-B508-CC22F6115DD4}" dt="2023-07-24T06:52:06.225" v="7453" actId="14100"/>
        <pc:sldMkLst>
          <pc:docMk/>
          <pc:sldMk cId="401749904" sldId="299"/>
        </pc:sldMkLst>
      </pc:sldChg>
      <pc:sldChg chg="addSp delSp modSp new mod setBg modClrScheme modAnim chgLayout">
        <pc:chgData name="Roy, Somesh" userId="1acabf4b-f33c-4133-9f27-9eb78ba0ac66" providerId="ADAL" clId="{8A7932B7-C305-40E5-B508-CC22F6115DD4}" dt="2023-07-24T06:47:44.585" v="7274" actId="14861"/>
        <pc:sldMkLst>
          <pc:docMk/>
          <pc:sldMk cId="1796835271" sldId="300"/>
        </pc:sldMkLst>
      </pc:sldChg>
      <pc:sldChg chg="addSp modSp new mod setBg">
        <pc:chgData name="Roy, Somesh" userId="1acabf4b-f33c-4133-9f27-9eb78ba0ac66" providerId="ADAL" clId="{8A7932B7-C305-40E5-B508-CC22F6115DD4}" dt="2023-07-24T06:49:01.065" v="7448" actId="26606"/>
        <pc:sldMkLst>
          <pc:docMk/>
          <pc:sldMk cId="1005433352" sldId="301"/>
        </pc:sldMkLst>
      </pc:sldChg>
      <pc:sldChg chg="add">
        <pc:chgData name="Roy, Somesh" userId="1acabf4b-f33c-4133-9f27-9eb78ba0ac66" providerId="ADAL" clId="{8A7932B7-C305-40E5-B508-CC22F6115DD4}" dt="2023-07-24T06:51:56.767" v="7450" actId="2890"/>
        <pc:sldMkLst>
          <pc:docMk/>
          <pc:sldMk cId="832012405" sldId="302"/>
        </pc:sldMkLst>
      </pc:sldChg>
      <pc:sldChg chg="add del">
        <pc:chgData name="Roy, Somesh" userId="1acabf4b-f33c-4133-9f27-9eb78ba0ac66" providerId="ADAL" clId="{8A7932B7-C305-40E5-B508-CC22F6115DD4}" dt="2023-07-24T07:03:20.924" v="7549" actId="47"/>
        <pc:sldMkLst>
          <pc:docMk/>
          <pc:sldMk cId="362826507" sldId="303"/>
        </pc:sldMkLst>
      </pc:sldChg>
      <pc:sldMasterChg chg="add addSldLayout">
        <pc:chgData name="Roy, Somesh" userId="1acabf4b-f33c-4133-9f27-9eb78ba0ac66" providerId="ADAL" clId="{8A7932B7-C305-40E5-B508-CC22F6115DD4}" dt="2023-07-23T06:50:54.580" v="2411" actId="27028"/>
        <pc:sldMasterMkLst>
          <pc:docMk/>
          <pc:sldMasterMk cId="0" sldId="2147483648"/>
        </pc:sldMasterMkLst>
        <pc:sldLayoutChg chg="add">
          <pc:chgData name="Roy, Somesh" userId="1acabf4b-f33c-4133-9f27-9eb78ba0ac66" providerId="ADAL" clId="{8A7932B7-C305-40E5-B508-CC22F6115DD4}" dt="2023-07-23T06:50:54.580" v="2411" actId="27028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replId addSldLayout modSldLayout">
        <pc:chgData name="Roy, Somesh" userId="1acabf4b-f33c-4133-9f27-9eb78ba0ac66" providerId="ADAL" clId="{8A7932B7-C305-40E5-B508-CC22F6115DD4}" dt="2023-07-23T06:50:54.580" v="2411" actId="27028"/>
        <pc:sldMasterMkLst>
          <pc:docMk/>
          <pc:sldMasterMk cId="762613101" sldId="2147483661"/>
        </pc:sldMasterMkLst>
        <pc:sldLayoutChg chg="add">
          <pc:chgData name="Roy, Somesh" userId="1acabf4b-f33c-4133-9f27-9eb78ba0ac66" providerId="ADAL" clId="{8A7932B7-C305-40E5-B508-CC22F6115DD4}" dt="2023-07-23T06:46:04.494" v="2278" actId="27028"/>
          <pc:sldLayoutMkLst>
            <pc:docMk/>
            <pc:sldMasterMk cId="762613101" sldId="2147483661"/>
            <pc:sldLayoutMk cId="3646304819" sldId="2147483660"/>
          </pc:sldLayoutMkLst>
        </pc:sldLayoutChg>
        <pc:sldLayoutChg chg="replId">
          <pc:chgData name="Roy, Somesh" userId="1acabf4b-f33c-4133-9f27-9eb78ba0ac66" providerId="ADAL" clId="{8A7932B7-C305-40E5-B508-CC22F6115DD4}" dt="2023-07-23T06:50:54.580" v="2411" actId="27028"/>
          <pc:sldLayoutMkLst>
            <pc:docMk/>
            <pc:sldMasterMk cId="762613101" sldId="2147483661"/>
            <pc:sldLayoutMk cId="814908719" sldId="2147483662"/>
          </pc:sldLayoutMkLst>
        </pc:sldLayoutChg>
      </pc:sldMasterChg>
    </pc:docChg>
  </pc:docChgLst>
  <pc:docChgLst>
    <pc:chgData name="Mukut, KM" userId="S::km.mukut@marquette.edu::2fac2f92-416c-4e92-82ba-41ee479b5d48" providerId="AD" clId="Web-{247AD3D1-388E-45FD-8017-8DD2BAD3FF48}"/>
    <pc:docChg chg="modSld">
      <pc:chgData name="Mukut, KM" userId="S::km.mukut@marquette.edu::2fac2f92-416c-4e92-82ba-41ee479b5d48" providerId="AD" clId="Web-{247AD3D1-388E-45FD-8017-8DD2BAD3FF48}" dt="2023-07-23T21:16:07.831" v="40"/>
      <pc:docMkLst>
        <pc:docMk/>
      </pc:docMkLst>
      <pc:sldChg chg="addSp modSp">
        <pc:chgData name="Mukut, KM" userId="S::km.mukut@marquette.edu::2fac2f92-416c-4e92-82ba-41ee479b5d48" providerId="AD" clId="Web-{247AD3D1-388E-45FD-8017-8DD2BAD3FF48}" dt="2023-07-23T21:09:08.190" v="18" actId="1076"/>
        <pc:sldMkLst>
          <pc:docMk/>
          <pc:sldMk cId="1891088690" sldId="264"/>
        </pc:sldMkLst>
      </pc:sldChg>
      <pc:sldChg chg="addSp delSp modSp mod setBg setClrOvrMap">
        <pc:chgData name="Mukut, KM" userId="S::km.mukut@marquette.edu::2fac2f92-416c-4e92-82ba-41ee479b5d48" providerId="AD" clId="Web-{247AD3D1-388E-45FD-8017-8DD2BAD3FF48}" dt="2023-07-23T21:16:07.831" v="40"/>
        <pc:sldMkLst>
          <pc:docMk/>
          <pc:sldMk cId="3886847710" sldId="269"/>
        </pc:sldMkLst>
      </pc:sldChg>
    </pc:docChg>
  </pc:docChgLst>
  <pc:docChgLst>
    <pc:chgData name="Mukut, KM" userId="S::km.mukut@marquette.edu::2fac2f92-416c-4e92-82ba-41ee479b5d48" providerId="AD" clId="Web-{117A86A8-A28E-4412-AB3F-C960C0FBDA31}"/>
    <pc:docChg chg="modSld">
      <pc:chgData name="Mukut, KM" userId="S::km.mukut@marquette.edu::2fac2f92-416c-4e92-82ba-41ee479b5d48" providerId="AD" clId="Web-{117A86A8-A28E-4412-AB3F-C960C0FBDA31}" dt="2023-07-24T00:18:56.072" v="19" actId="20577"/>
      <pc:docMkLst>
        <pc:docMk/>
      </pc:docMkLst>
      <pc:sldChg chg="modSp">
        <pc:chgData name="Mukut, KM" userId="S::km.mukut@marquette.edu::2fac2f92-416c-4e92-82ba-41ee479b5d48" providerId="AD" clId="Web-{117A86A8-A28E-4412-AB3F-C960C0FBDA31}" dt="2023-07-23T23:42:27.139" v="2" actId="20577"/>
        <pc:sldMkLst>
          <pc:docMk/>
          <pc:sldMk cId="367211742" sldId="260"/>
        </pc:sldMkLst>
      </pc:sldChg>
      <pc:sldChg chg="modSp">
        <pc:chgData name="Mukut, KM" userId="S::km.mukut@marquette.edu::2fac2f92-416c-4e92-82ba-41ee479b5d48" providerId="AD" clId="Web-{117A86A8-A28E-4412-AB3F-C960C0FBDA31}" dt="2023-07-24T00:18:56.072" v="19" actId="20577"/>
        <pc:sldMkLst>
          <pc:docMk/>
          <pc:sldMk cId="3158441860" sldId="278"/>
        </pc:sldMkLst>
      </pc:sldChg>
    </pc:docChg>
  </pc:docChgLst>
  <pc:docChgLst>
    <pc:chgData name="Omokayode, John" userId="S::john.omokayode@marquette.edu::6449cd0f-ca15-444d-85df-dc0f0c51ca82" providerId="AD" clId="Web-{84568988-B8DE-59E8-4D56-2DB511917DF5}"/>
    <pc:docChg chg="addSld delSld modSld">
      <pc:chgData name="Omokayode, John" userId="S::john.omokayode@marquette.edu::6449cd0f-ca15-444d-85df-dc0f0c51ca82" providerId="AD" clId="Web-{84568988-B8DE-59E8-4D56-2DB511917DF5}" dt="2025-07-15T16:32:53.567" v="381" actId="20577"/>
      <pc:docMkLst>
        <pc:docMk/>
      </pc:docMkLst>
      <pc:sldChg chg="addSp modSp">
        <pc:chgData name="Omokayode, John" userId="S::john.omokayode@marquette.edu::6449cd0f-ca15-444d-85df-dc0f0c51ca82" providerId="AD" clId="Web-{84568988-B8DE-59E8-4D56-2DB511917DF5}" dt="2025-07-15T15:54:17.241" v="8" actId="20577"/>
        <pc:sldMkLst>
          <pc:docMk/>
          <pc:sldMk cId="1666705114" sldId="261"/>
        </pc:sldMkLst>
        <pc:spChg chg="add mod">
          <ac:chgData name="Omokayode, John" userId="S::john.omokayode@marquette.edu::6449cd0f-ca15-444d-85df-dc0f0c51ca82" providerId="AD" clId="Web-{84568988-B8DE-59E8-4D56-2DB511917DF5}" dt="2025-07-15T15:54:17.241" v="8" actId="20577"/>
          <ac:spMkLst>
            <pc:docMk/>
            <pc:sldMk cId="1666705114" sldId="261"/>
            <ac:spMk id="3" creationId="{C04DB93E-594A-213F-3886-AD95E493933B}"/>
          </ac:spMkLst>
        </pc:spChg>
        <pc:picChg chg="mod">
          <ac:chgData name="Omokayode, John" userId="S::john.omokayode@marquette.edu::6449cd0f-ca15-444d-85df-dc0f0c51ca82" providerId="AD" clId="Web-{84568988-B8DE-59E8-4D56-2DB511917DF5}" dt="2025-07-15T15:54:04.147" v="1"/>
          <ac:picMkLst>
            <pc:docMk/>
            <pc:sldMk cId="1666705114" sldId="261"/>
            <ac:picMk id="5" creationId="{EBBA21BF-94A5-E2A9-A8D2-030BDCE1B315}"/>
          </ac:picMkLst>
        </pc:picChg>
      </pc:sldChg>
      <pc:sldChg chg="del">
        <pc:chgData name="Omokayode, John" userId="S::john.omokayode@marquette.edu::6449cd0f-ca15-444d-85df-dc0f0c51ca82" providerId="AD" clId="Web-{84568988-B8DE-59E8-4D56-2DB511917DF5}" dt="2025-07-15T16:19:05.488" v="313"/>
        <pc:sldMkLst>
          <pc:docMk/>
          <pc:sldMk cId="832012405" sldId="302"/>
        </pc:sldMkLst>
      </pc:sldChg>
      <pc:sldChg chg="addSp delSp modSp new del">
        <pc:chgData name="Omokayode, John" userId="S::john.omokayode@marquette.edu::6449cd0f-ca15-444d-85df-dc0f0c51ca82" providerId="AD" clId="Web-{84568988-B8DE-59E8-4D56-2DB511917DF5}" dt="2025-07-15T16:11:50.861" v="189"/>
        <pc:sldMkLst>
          <pc:docMk/>
          <pc:sldMk cId="1671869935" sldId="304"/>
        </pc:sldMkLst>
      </pc:sldChg>
      <pc:sldChg chg="addSp delSp modSp new">
        <pc:chgData name="Omokayode, John" userId="S::john.omokayode@marquette.edu::6449cd0f-ca15-444d-85df-dc0f0c51ca82" providerId="AD" clId="Web-{84568988-B8DE-59E8-4D56-2DB511917DF5}" dt="2025-07-15T16:17:51.906" v="231" actId="20577"/>
        <pc:sldMkLst>
          <pc:docMk/>
          <pc:sldMk cId="874636848" sldId="305"/>
        </pc:sldMkLst>
        <pc:spChg chg="mod">
          <ac:chgData name="Omokayode, John" userId="S::john.omokayode@marquette.edu::6449cd0f-ca15-444d-85df-dc0f0c51ca82" providerId="AD" clId="Web-{84568988-B8DE-59E8-4D56-2DB511917DF5}" dt="2025-07-15T16:14:16.632" v="209" actId="20577"/>
          <ac:spMkLst>
            <pc:docMk/>
            <pc:sldMk cId="874636848" sldId="305"/>
            <ac:spMk id="2" creationId="{EE976237-A8D1-CFA6-E69B-6CC2AC20DB0C}"/>
          </ac:spMkLst>
        </pc:spChg>
        <pc:spChg chg="mod">
          <ac:chgData name="Omokayode, John" userId="S::john.omokayode@marquette.edu::6449cd0f-ca15-444d-85df-dc0f0c51ca82" providerId="AD" clId="Web-{84568988-B8DE-59E8-4D56-2DB511917DF5}" dt="2025-07-15T16:17:51.906" v="231" actId="20577"/>
          <ac:spMkLst>
            <pc:docMk/>
            <pc:sldMk cId="874636848" sldId="305"/>
            <ac:spMk id="4" creationId="{9E833EC4-B8C7-1461-CB42-222E45EFF2F2}"/>
          </ac:spMkLst>
        </pc:spChg>
        <pc:picChg chg="add mod ord">
          <ac:chgData name="Omokayode, John" userId="S::john.omokayode@marquette.edu::6449cd0f-ca15-444d-85df-dc0f0c51ca82" providerId="AD" clId="Web-{84568988-B8DE-59E8-4D56-2DB511917DF5}" dt="2025-07-15T16:10:41.764" v="67" actId="1076"/>
          <ac:picMkLst>
            <pc:docMk/>
            <pc:sldMk cId="874636848" sldId="305"/>
            <ac:picMk id="7" creationId="{7935AC26-3919-07F2-A7D0-9EE9928C2BD2}"/>
          </ac:picMkLst>
        </pc:picChg>
      </pc:sldChg>
      <pc:sldChg chg="modSp add replId">
        <pc:chgData name="Omokayode, John" userId="S::john.omokayode@marquette.edu::6449cd0f-ca15-444d-85df-dc0f0c51ca82" providerId="AD" clId="Web-{84568988-B8DE-59E8-4D56-2DB511917DF5}" dt="2025-07-15T16:19:01.878" v="312" actId="20577"/>
        <pc:sldMkLst>
          <pc:docMk/>
          <pc:sldMk cId="103473460" sldId="306"/>
        </pc:sldMkLst>
        <pc:spChg chg="mod">
          <ac:chgData name="Omokayode, John" userId="S::john.omokayode@marquette.edu::6449cd0f-ca15-444d-85df-dc0f0c51ca82" providerId="AD" clId="Web-{84568988-B8DE-59E8-4D56-2DB511917DF5}" dt="2025-07-15T16:18:23.423" v="261" actId="20577"/>
          <ac:spMkLst>
            <pc:docMk/>
            <pc:sldMk cId="103473460" sldId="306"/>
            <ac:spMk id="2" creationId="{720A6D32-86A5-DFCA-A10D-9A94BB761742}"/>
          </ac:spMkLst>
        </pc:spChg>
        <pc:spChg chg="mod">
          <ac:chgData name="Omokayode, John" userId="S::john.omokayode@marquette.edu::6449cd0f-ca15-444d-85df-dc0f0c51ca82" providerId="AD" clId="Web-{84568988-B8DE-59E8-4D56-2DB511917DF5}" dt="2025-07-15T16:19:01.878" v="312" actId="20577"/>
          <ac:spMkLst>
            <pc:docMk/>
            <pc:sldMk cId="103473460" sldId="306"/>
            <ac:spMk id="4" creationId="{1042F1B4-BAF2-C821-7E9B-B734234587EE}"/>
          </ac:spMkLst>
        </pc:spChg>
      </pc:sldChg>
      <pc:sldChg chg="addSp delSp modSp add replId">
        <pc:chgData name="Omokayode, John" userId="S::john.omokayode@marquette.edu::6449cd0f-ca15-444d-85df-dc0f0c51ca82" providerId="AD" clId="Web-{84568988-B8DE-59E8-4D56-2DB511917DF5}" dt="2025-07-15T16:32:53.567" v="381" actId="20577"/>
        <pc:sldMkLst>
          <pc:docMk/>
          <pc:sldMk cId="2177290190" sldId="307"/>
        </pc:sldMkLst>
        <pc:spChg chg="mod">
          <ac:chgData name="Omokayode, John" userId="S::john.omokayode@marquette.edu::6449cd0f-ca15-444d-85df-dc0f0c51ca82" providerId="AD" clId="Web-{84568988-B8DE-59E8-4D56-2DB511917DF5}" dt="2025-07-15T16:19:17.894" v="328" actId="20577"/>
          <ac:spMkLst>
            <pc:docMk/>
            <pc:sldMk cId="2177290190" sldId="307"/>
            <ac:spMk id="2" creationId="{0DEB97BC-1526-3192-43CB-9E0E4AD7AC0B}"/>
          </ac:spMkLst>
        </pc:spChg>
        <pc:spChg chg="mod">
          <ac:chgData name="Omokayode, John" userId="S::john.omokayode@marquette.edu::6449cd0f-ca15-444d-85df-dc0f0c51ca82" providerId="AD" clId="Web-{84568988-B8DE-59E8-4D56-2DB511917DF5}" dt="2025-07-15T16:32:53.567" v="381" actId="20577"/>
          <ac:spMkLst>
            <pc:docMk/>
            <pc:sldMk cId="2177290190" sldId="307"/>
            <ac:spMk id="4" creationId="{A6064E22-CE53-5496-C2A5-BD14A8175ABB}"/>
          </ac:spMkLst>
        </pc:spChg>
        <pc:picChg chg="add mod ord modCrop">
          <ac:chgData name="Omokayode, John" userId="S::john.omokayode@marquette.edu::6449cd0f-ca15-444d-85df-dc0f0c51ca82" providerId="AD" clId="Web-{84568988-B8DE-59E8-4D56-2DB511917DF5}" dt="2025-07-15T16:31:45.674" v="374" actId="1076"/>
          <ac:picMkLst>
            <pc:docMk/>
            <pc:sldMk cId="2177290190" sldId="307"/>
            <ac:picMk id="6" creationId="{8247B4DA-0298-8F5B-3515-A53157E8A6B7}"/>
          </ac:picMkLst>
        </pc:picChg>
      </pc:sldChg>
    </pc:docChg>
  </pc:docChgLst>
  <pc:docChgLst>
    <pc:chgData name="Omokayode, John" userId="6449cd0f-ca15-444d-85df-dc0f0c51ca82" providerId="ADAL" clId="{244554B2-CF16-7B4E-B93E-BE0F5C9847D0}"/>
    <pc:docChg chg="undo custSel addSld delSld modSld sldOrd">
      <pc:chgData name="Omokayode, John" userId="6449cd0f-ca15-444d-85df-dc0f0c51ca82" providerId="ADAL" clId="{244554B2-CF16-7B4E-B93E-BE0F5C9847D0}" dt="2025-07-17T16:26:01.596" v="2290" actId="20577"/>
      <pc:docMkLst>
        <pc:docMk/>
      </pc:docMkLst>
      <pc:sldChg chg="addSp delSp modSp mod">
        <pc:chgData name="Omokayode, John" userId="6449cd0f-ca15-444d-85df-dc0f0c51ca82" providerId="ADAL" clId="{244554B2-CF16-7B4E-B93E-BE0F5C9847D0}" dt="2025-07-16T22:32:32.278" v="2261" actId="403"/>
        <pc:sldMkLst>
          <pc:docMk/>
          <pc:sldMk cId="4221095728" sldId="257"/>
        </pc:sldMkLst>
        <pc:spChg chg="mod">
          <ac:chgData name="Omokayode, John" userId="6449cd0f-ca15-444d-85df-dc0f0c51ca82" providerId="ADAL" clId="{244554B2-CF16-7B4E-B93E-BE0F5C9847D0}" dt="2025-07-16T22:32:25.580" v="2258" actId="20577"/>
          <ac:spMkLst>
            <pc:docMk/>
            <pc:sldMk cId="4221095728" sldId="257"/>
            <ac:spMk id="2" creationId="{E92F706E-11FB-B51B-0340-47A49441D1A8}"/>
          </ac:spMkLst>
        </pc:spChg>
        <pc:spChg chg="mod">
          <ac:chgData name="Omokayode, John" userId="6449cd0f-ca15-444d-85df-dc0f0c51ca82" providerId="ADAL" clId="{244554B2-CF16-7B4E-B93E-BE0F5C9847D0}" dt="2025-07-16T22:32:32.278" v="2261" actId="403"/>
          <ac:spMkLst>
            <pc:docMk/>
            <pc:sldMk cId="4221095728" sldId="257"/>
            <ac:spMk id="6" creationId="{7116F026-8E9A-13C3-8F8C-92BE314851B0}"/>
          </ac:spMkLst>
        </pc:spChg>
        <pc:spChg chg="add del">
          <ac:chgData name="Omokayode, John" userId="6449cd0f-ca15-444d-85df-dc0f0c51ca82" providerId="ADAL" clId="{244554B2-CF16-7B4E-B93E-BE0F5C9847D0}" dt="2025-07-16T20:35:11.202" v="308" actId="26606"/>
          <ac:spMkLst>
            <pc:docMk/>
            <pc:sldMk cId="4221095728" sldId="257"/>
            <ac:spMk id="20" creationId="{ECC07320-C2CA-4E29-8481-9D9E143C7788}"/>
          </ac:spMkLst>
        </pc:spChg>
        <pc:spChg chg="add del">
          <ac:chgData name="Omokayode, John" userId="6449cd0f-ca15-444d-85df-dc0f0c51ca82" providerId="ADAL" clId="{244554B2-CF16-7B4E-B93E-BE0F5C9847D0}" dt="2025-07-16T20:35:11.202" v="308" actId="26606"/>
          <ac:spMkLst>
            <pc:docMk/>
            <pc:sldMk cId="4221095728" sldId="257"/>
            <ac:spMk id="22" creationId="{178FB36B-5BFE-42CA-BC60-1115E0D95EEC}"/>
          </ac:spMkLst>
        </pc:spChg>
        <pc:spChg chg="add del">
          <ac:chgData name="Omokayode, John" userId="6449cd0f-ca15-444d-85df-dc0f0c51ca82" providerId="ADAL" clId="{244554B2-CF16-7B4E-B93E-BE0F5C9847D0}" dt="2025-07-16T20:35:11.199" v="307" actId="26606"/>
          <ac:spMkLst>
            <pc:docMk/>
            <pc:sldMk cId="4221095728" sldId="257"/>
            <ac:spMk id="27" creationId="{5A59F003-E00A-43F9-91DC-CC54E3B87466}"/>
          </ac:spMkLst>
        </pc:spChg>
        <pc:spChg chg="add del">
          <ac:chgData name="Omokayode, John" userId="6449cd0f-ca15-444d-85df-dc0f0c51ca82" providerId="ADAL" clId="{244554B2-CF16-7B4E-B93E-BE0F5C9847D0}" dt="2025-07-16T20:35:11.199" v="307" actId="26606"/>
          <ac:spMkLst>
            <pc:docMk/>
            <pc:sldMk cId="4221095728" sldId="257"/>
            <ac:spMk id="29" creationId="{D74A4382-E3AD-430A-9A1F-DFA3E0E77A7D}"/>
          </ac:spMkLst>
        </pc:spChg>
        <pc:spChg chg="add del">
          <ac:chgData name="Omokayode, John" userId="6449cd0f-ca15-444d-85df-dc0f0c51ca82" providerId="ADAL" clId="{244554B2-CF16-7B4E-B93E-BE0F5C9847D0}" dt="2025-07-16T20:35:11.199" v="307" actId="26606"/>
          <ac:spMkLst>
            <pc:docMk/>
            <pc:sldMk cId="4221095728" sldId="257"/>
            <ac:spMk id="31" creationId="{79F40191-0F44-4FD1-82CC-ACB507C14BE6}"/>
          </ac:spMkLst>
        </pc:spChg>
        <pc:spChg chg="add">
          <ac:chgData name="Omokayode, John" userId="6449cd0f-ca15-444d-85df-dc0f0c51ca82" providerId="ADAL" clId="{244554B2-CF16-7B4E-B93E-BE0F5C9847D0}" dt="2025-07-16T20:35:11.202" v="308" actId="26606"/>
          <ac:spMkLst>
            <pc:docMk/>
            <pc:sldMk cId="4221095728" sldId="257"/>
            <ac:spMk id="33" creationId="{B5A8AFA4-5C32-4100-9C6D-839A47E15FA0}"/>
          </ac:spMkLst>
        </pc:spChg>
        <pc:spChg chg="add">
          <ac:chgData name="Omokayode, John" userId="6449cd0f-ca15-444d-85df-dc0f0c51ca82" providerId="ADAL" clId="{244554B2-CF16-7B4E-B93E-BE0F5C9847D0}" dt="2025-07-16T20:35:11.202" v="308" actId="26606"/>
          <ac:spMkLst>
            <pc:docMk/>
            <pc:sldMk cId="4221095728" sldId="257"/>
            <ac:spMk id="34" creationId="{96B5F253-7949-47C2-9DBD-1570ECDA2296}"/>
          </ac:spMkLst>
        </pc:spChg>
        <pc:picChg chg="mod ord">
          <ac:chgData name="Omokayode, John" userId="6449cd0f-ca15-444d-85df-dc0f0c51ca82" providerId="ADAL" clId="{244554B2-CF16-7B4E-B93E-BE0F5C9847D0}" dt="2025-07-16T20:35:11.202" v="308" actId="26606"/>
          <ac:picMkLst>
            <pc:docMk/>
            <pc:sldMk cId="4221095728" sldId="257"/>
            <ac:picMk id="7" creationId="{B7AD75DB-EDAF-E390-3C2B-B85DCBC1B2D5}"/>
          </ac:picMkLst>
        </pc:picChg>
      </pc:sldChg>
      <pc:sldChg chg="addSp delSp modSp mod">
        <pc:chgData name="Omokayode, John" userId="6449cd0f-ca15-444d-85df-dc0f0c51ca82" providerId="ADAL" clId="{244554B2-CF16-7B4E-B93E-BE0F5C9847D0}" dt="2025-07-17T16:04:16.023" v="2267" actId="1582"/>
        <pc:sldMkLst>
          <pc:docMk/>
          <pc:sldMk cId="305995836" sldId="259"/>
        </pc:sldMkLst>
        <pc:spChg chg="mod">
          <ac:chgData name="Omokayode, John" userId="6449cd0f-ca15-444d-85df-dc0f0c51ca82" providerId="ADAL" clId="{244554B2-CF16-7B4E-B93E-BE0F5C9847D0}" dt="2025-07-17T16:03:57.679" v="2264" actId="404"/>
          <ac:spMkLst>
            <pc:docMk/>
            <pc:sldMk cId="305995836" sldId="259"/>
            <ac:spMk id="3" creationId="{92293EDE-2B5A-EB26-9915-4F0BC3DE7721}"/>
          </ac:spMkLst>
        </pc:spChg>
        <pc:spChg chg="add">
          <ac:chgData name="Omokayode, John" userId="6449cd0f-ca15-444d-85df-dc0f0c51ca82" providerId="ADAL" clId="{244554B2-CF16-7B4E-B93E-BE0F5C9847D0}" dt="2025-07-15T15:46:43.032" v="4" actId="26606"/>
          <ac:spMkLst>
            <pc:docMk/>
            <pc:sldMk cId="305995836" sldId="259"/>
            <ac:spMk id="17" creationId="{DCC231C8-C761-4B31-9B1C-C6D19248C6B3}"/>
          </ac:spMkLst>
        </pc:spChg>
        <pc:graphicFrameChg chg="mod modGraphic">
          <ac:chgData name="Omokayode, John" userId="6449cd0f-ca15-444d-85df-dc0f0c51ca82" providerId="ADAL" clId="{244554B2-CF16-7B4E-B93E-BE0F5C9847D0}" dt="2025-07-15T15:47:32.157" v="10" actId="12100"/>
          <ac:graphicFrameMkLst>
            <pc:docMk/>
            <pc:sldMk cId="305995836" sldId="259"/>
            <ac:graphicFrameMk id="6" creationId="{95291B88-24F9-F1E1-6571-23E02ADB98D6}"/>
          </ac:graphicFrameMkLst>
        </pc:graphicFrameChg>
        <pc:cxnChg chg="add mod">
          <ac:chgData name="Omokayode, John" userId="6449cd0f-ca15-444d-85df-dc0f0c51ca82" providerId="ADAL" clId="{244554B2-CF16-7B4E-B93E-BE0F5C9847D0}" dt="2025-07-17T16:04:16.023" v="2267" actId="1582"/>
          <ac:cxnSpMkLst>
            <pc:docMk/>
            <pc:sldMk cId="305995836" sldId="259"/>
            <ac:cxnSpMk id="4" creationId="{75A20FE1-8CA1-236E-C532-7E0D72A4DD1B}"/>
          </ac:cxnSpMkLst>
        </pc:cxnChg>
      </pc:sldChg>
      <pc:sldChg chg="addSp delSp modSp mod">
        <pc:chgData name="Omokayode, John" userId="6449cd0f-ca15-444d-85df-dc0f0c51ca82" providerId="ADAL" clId="{244554B2-CF16-7B4E-B93E-BE0F5C9847D0}" dt="2025-07-16T20:38:07.594" v="373" actId="1076"/>
        <pc:sldMkLst>
          <pc:docMk/>
          <pc:sldMk cId="367211742" sldId="260"/>
        </pc:sldMkLst>
        <pc:spChg chg="mod">
          <ac:chgData name="Omokayode, John" userId="6449cd0f-ca15-444d-85df-dc0f0c51ca82" providerId="ADAL" clId="{244554B2-CF16-7B4E-B93E-BE0F5C9847D0}" dt="2025-07-16T20:37:12.745" v="362" actId="1076"/>
          <ac:spMkLst>
            <pc:docMk/>
            <pc:sldMk cId="367211742" sldId="260"/>
            <ac:spMk id="2" creationId="{4DE57F82-9A69-0BCB-532D-A82711A9CA1D}"/>
          </ac:spMkLst>
        </pc:spChg>
        <pc:spChg chg="mod">
          <ac:chgData name="Omokayode, John" userId="6449cd0f-ca15-444d-85df-dc0f0c51ca82" providerId="ADAL" clId="{244554B2-CF16-7B4E-B93E-BE0F5C9847D0}" dt="2025-07-16T20:38:07.594" v="373" actId="1076"/>
          <ac:spMkLst>
            <pc:docMk/>
            <pc:sldMk cId="367211742" sldId="260"/>
            <ac:spMk id="4" creationId="{D84294F2-1A05-E637-48D5-671AEA755D82}"/>
          </ac:spMkLst>
        </pc:spChg>
        <pc:spChg chg="add mod">
          <ac:chgData name="Omokayode, John" userId="6449cd0f-ca15-444d-85df-dc0f0c51ca82" providerId="ADAL" clId="{244554B2-CF16-7B4E-B93E-BE0F5C9847D0}" dt="2025-07-16T20:37:26.518" v="369" actId="20577"/>
          <ac:spMkLst>
            <pc:docMk/>
            <pc:sldMk cId="367211742" sldId="260"/>
            <ac:spMk id="5" creationId="{72708FBC-114A-B19A-4B47-18D57990D374}"/>
          </ac:spMkLst>
        </pc:spChg>
        <pc:spChg chg="del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68" creationId="{9AA72BD9-2C5A-4EDC-931F-5AA08EACA0F3}"/>
          </ac:spMkLst>
        </pc:spChg>
        <pc:spChg chg="del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70" creationId="{DD3981AC-7B61-4947-BCF3-F7AA7FA385B9}"/>
          </ac:spMkLst>
        </pc:spChg>
        <pc:spChg chg="del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72" creationId="{55D4142C-5077-457F-A6AD-3FECFDB39685}"/>
          </ac:spMkLst>
        </pc:spChg>
        <pc:spChg chg="del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74" creationId="{7A5F0580-5EE9-419F-96EE-B6529EF6E7D0}"/>
          </ac:spMkLst>
        </pc:spChg>
        <pc:spChg chg="add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79" creationId="{0B9EE3F3-89B7-43C3-8651-C4C96830993D}"/>
          </ac:spMkLst>
        </pc:spChg>
        <pc:spChg chg="add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81" creationId="{33AE4636-AEEC-45D6-84D4-7AC2DA48ECF8}"/>
          </ac:spMkLst>
        </pc:spChg>
        <pc:spChg chg="add">
          <ac:chgData name="Omokayode, John" userId="6449cd0f-ca15-444d-85df-dc0f0c51ca82" providerId="ADAL" clId="{244554B2-CF16-7B4E-B93E-BE0F5C9847D0}" dt="2025-07-16T20:35:33.434" v="310" actId="26606"/>
          <ac:spMkLst>
            <pc:docMk/>
            <pc:sldMk cId="367211742" sldId="260"/>
            <ac:spMk id="2083" creationId="{8D9CE0F4-2EB2-4F1F-8AAC-DB3571D9FE10}"/>
          </ac:spMkLst>
        </pc:spChg>
        <pc:picChg chg="mod ord">
          <ac:chgData name="Omokayode, John" userId="6449cd0f-ca15-444d-85df-dc0f0c51ca82" providerId="ADAL" clId="{244554B2-CF16-7B4E-B93E-BE0F5C9847D0}" dt="2025-07-16T20:35:33.434" v="310" actId="26606"/>
          <ac:picMkLst>
            <pc:docMk/>
            <pc:sldMk cId="367211742" sldId="260"/>
            <ac:picMk id="2052" creationId="{B18F0548-AEC7-10CF-5B8F-5AE64FE5D3F2}"/>
          </ac:picMkLst>
        </pc:picChg>
      </pc:sldChg>
      <pc:sldChg chg="addSp delSp modSp mod addAnim delAnim modAnim">
        <pc:chgData name="Omokayode, John" userId="6449cd0f-ca15-444d-85df-dc0f0c51ca82" providerId="ADAL" clId="{244554B2-CF16-7B4E-B93E-BE0F5C9847D0}" dt="2025-07-16T22:31:46.175" v="2252"/>
        <pc:sldMkLst>
          <pc:docMk/>
          <pc:sldMk cId="1666705114" sldId="261"/>
        </pc:sldMkLst>
        <pc:spChg chg="mod ord">
          <ac:chgData name="Omokayode, John" userId="6449cd0f-ca15-444d-85df-dc0f0c51ca82" providerId="ADAL" clId="{244554B2-CF16-7B4E-B93E-BE0F5C9847D0}" dt="2025-07-15T15:50:49.032" v="54" actId="113"/>
          <ac:spMkLst>
            <pc:docMk/>
            <pc:sldMk cId="1666705114" sldId="261"/>
            <ac:spMk id="2" creationId="{05606DA1-28BE-F7DA-A3F3-1058BC341F67}"/>
          </ac:spMkLst>
        </pc:spChg>
        <pc:spChg chg="add mod">
          <ac:chgData name="Omokayode, John" userId="6449cd0f-ca15-444d-85df-dc0f0c51ca82" providerId="ADAL" clId="{244554B2-CF16-7B4E-B93E-BE0F5C9847D0}" dt="2025-07-16T20:38:13.892" v="374" actId="2711"/>
          <ac:spMkLst>
            <pc:docMk/>
            <pc:sldMk cId="1666705114" sldId="261"/>
            <ac:spMk id="14" creationId="{EC96BFEA-DC91-B3F3-CA0C-58DEB626D466}"/>
          </ac:spMkLst>
        </pc:spChg>
        <pc:spChg chg="add">
          <ac:chgData name="Omokayode, John" userId="6449cd0f-ca15-444d-85df-dc0f0c51ca82" providerId="ADAL" clId="{244554B2-CF16-7B4E-B93E-BE0F5C9847D0}" dt="2025-07-15T15:50:10.353" v="39" actId="26606"/>
          <ac:spMkLst>
            <pc:docMk/>
            <pc:sldMk cId="1666705114" sldId="261"/>
            <ac:spMk id="19" creationId="{4AC6B390-BC59-4F1D-A0EE-D71A92F0A0B2}"/>
          </ac:spMkLst>
        </pc:spChg>
        <pc:spChg chg="add">
          <ac:chgData name="Omokayode, John" userId="6449cd0f-ca15-444d-85df-dc0f0c51ca82" providerId="ADAL" clId="{244554B2-CF16-7B4E-B93E-BE0F5C9847D0}" dt="2025-07-15T15:50:10.353" v="39" actId="26606"/>
          <ac:spMkLst>
            <pc:docMk/>
            <pc:sldMk cId="1666705114" sldId="261"/>
            <ac:spMk id="21" creationId="{B6C60D79-16F1-4C4B-B7E3-7634E7069CDE}"/>
          </ac:spMkLst>
        </pc:spChg>
        <pc:spChg chg="add">
          <ac:chgData name="Omokayode, John" userId="6449cd0f-ca15-444d-85df-dc0f0c51ca82" providerId="ADAL" clId="{244554B2-CF16-7B4E-B93E-BE0F5C9847D0}" dt="2025-07-15T15:50:10.353" v="39" actId="26606"/>
          <ac:spMkLst>
            <pc:docMk/>
            <pc:sldMk cId="1666705114" sldId="261"/>
            <ac:spMk id="23" creationId="{426B127E-6498-4C77-9C9D-4553A5113B80}"/>
          </ac:spMkLst>
        </pc:spChg>
        <pc:picChg chg="mod">
          <ac:chgData name="Omokayode, John" userId="6449cd0f-ca15-444d-85df-dc0f0c51ca82" providerId="ADAL" clId="{244554B2-CF16-7B4E-B93E-BE0F5C9847D0}" dt="2025-07-15T15:50:10.353" v="39" actId="26606"/>
          <ac:picMkLst>
            <pc:docMk/>
            <pc:sldMk cId="1666705114" sldId="261"/>
            <ac:picMk id="5" creationId="{EBBA21BF-94A5-E2A9-A8D2-030BDCE1B315}"/>
          </ac:picMkLst>
        </pc:picChg>
      </pc:sldChg>
      <pc:sldChg chg="del mod modShow">
        <pc:chgData name="Omokayode, John" userId="6449cd0f-ca15-444d-85df-dc0f0c51ca82" providerId="ADAL" clId="{244554B2-CF16-7B4E-B93E-BE0F5C9847D0}" dt="2025-07-15T15:51:00.500" v="55" actId="2696"/>
        <pc:sldMkLst>
          <pc:docMk/>
          <pc:sldMk cId="94667389" sldId="263"/>
        </pc:sldMkLst>
      </pc:sldChg>
      <pc:sldChg chg="del">
        <pc:chgData name="Omokayode, John" userId="6449cd0f-ca15-444d-85df-dc0f0c51ca82" providerId="ADAL" clId="{244554B2-CF16-7B4E-B93E-BE0F5C9847D0}" dt="2025-07-15T15:51:24.840" v="58" actId="2696"/>
        <pc:sldMkLst>
          <pc:docMk/>
          <pc:sldMk cId="1891088690" sldId="264"/>
        </pc:sldMkLst>
      </pc:sldChg>
      <pc:sldChg chg="addSp delSp modSp mod">
        <pc:chgData name="Omokayode, John" userId="6449cd0f-ca15-444d-85df-dc0f0c51ca82" providerId="ADAL" clId="{244554B2-CF16-7B4E-B93E-BE0F5C9847D0}" dt="2025-07-16T22:08:27.289" v="1946" actId="404"/>
        <pc:sldMkLst>
          <pc:docMk/>
          <pc:sldMk cId="2468509887" sldId="265"/>
        </pc:sldMkLst>
        <pc:spChg chg="mod">
          <ac:chgData name="Omokayode, John" userId="6449cd0f-ca15-444d-85df-dc0f0c51ca82" providerId="ADAL" clId="{244554B2-CF16-7B4E-B93E-BE0F5C9847D0}" dt="2025-07-16T22:08:27.289" v="1946" actId="404"/>
          <ac:spMkLst>
            <pc:docMk/>
            <pc:sldMk cId="2468509887" sldId="265"/>
            <ac:spMk id="2" creationId="{51481284-442A-1487-2200-60D3F8AB48B3}"/>
          </ac:spMkLst>
        </pc:spChg>
        <pc:spChg chg="mod">
          <ac:chgData name="Omokayode, John" userId="6449cd0f-ca15-444d-85df-dc0f0c51ca82" providerId="ADAL" clId="{244554B2-CF16-7B4E-B93E-BE0F5C9847D0}" dt="2025-07-16T22:08:13.265" v="1941" actId="20577"/>
          <ac:spMkLst>
            <pc:docMk/>
            <pc:sldMk cId="2468509887" sldId="265"/>
            <ac:spMk id="3" creationId="{2AD4E06D-5935-30F2-2D46-39FF403B29CD}"/>
          </ac:spMkLst>
        </pc:spChg>
        <pc:spChg chg="add">
          <ac:chgData name="Omokayode, John" userId="6449cd0f-ca15-444d-85df-dc0f0c51ca82" providerId="ADAL" clId="{244554B2-CF16-7B4E-B93E-BE0F5C9847D0}" dt="2025-07-15T23:21:46.009" v="197" actId="26606"/>
          <ac:spMkLst>
            <pc:docMk/>
            <pc:sldMk cId="2468509887" sldId="265"/>
            <ac:spMk id="21" creationId="{1ACA2EA0-FFD3-42EC-9406-B595015ED96E}"/>
          </ac:spMkLst>
        </pc:spChg>
        <pc:spChg chg="add">
          <ac:chgData name="Omokayode, John" userId="6449cd0f-ca15-444d-85df-dc0f0c51ca82" providerId="ADAL" clId="{244554B2-CF16-7B4E-B93E-BE0F5C9847D0}" dt="2025-07-15T23:21:46.009" v="197" actId="26606"/>
          <ac:spMkLst>
            <pc:docMk/>
            <pc:sldMk cId="2468509887" sldId="265"/>
            <ac:spMk id="23" creationId="{D5288BCE-665C-472A-8C43-664BCFA31E43}"/>
          </ac:spMkLst>
        </pc:spChg>
        <pc:spChg chg="add">
          <ac:chgData name="Omokayode, John" userId="6449cd0f-ca15-444d-85df-dc0f0c51ca82" providerId="ADAL" clId="{244554B2-CF16-7B4E-B93E-BE0F5C9847D0}" dt="2025-07-15T23:21:46.009" v="197" actId="26606"/>
          <ac:spMkLst>
            <pc:docMk/>
            <pc:sldMk cId="2468509887" sldId="265"/>
            <ac:spMk id="25" creationId="{46C57131-53A7-4C1A-BEA8-25F06A06AD29}"/>
          </ac:spMkLst>
        </pc:spChg>
      </pc:sldChg>
      <pc:sldChg chg="del">
        <pc:chgData name="Omokayode, John" userId="6449cd0f-ca15-444d-85df-dc0f0c51ca82" providerId="ADAL" clId="{244554B2-CF16-7B4E-B93E-BE0F5C9847D0}" dt="2025-07-15T15:51:18.505" v="56" actId="2696"/>
        <pc:sldMkLst>
          <pc:docMk/>
          <pc:sldMk cId="3934883542" sldId="266"/>
        </pc:sldMkLst>
      </pc:sldChg>
      <pc:sldChg chg="addSp delSp modSp mod">
        <pc:chgData name="Omokayode, John" userId="6449cd0f-ca15-444d-85df-dc0f0c51ca82" providerId="ADAL" clId="{244554B2-CF16-7B4E-B93E-BE0F5C9847D0}" dt="2025-07-16T20:38:39.864" v="377" actId="26606"/>
        <pc:sldMkLst>
          <pc:docMk/>
          <pc:sldMk cId="3562931672" sldId="267"/>
        </pc:sldMkLst>
        <pc:spChg chg="mod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4" creationId="{7BD07A21-E14F-A59A-23C8-54C473F84C7B}"/>
          </ac:spMkLst>
        </pc:spChg>
        <pc:spChg chg="mod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5" creationId="{D8253BF0-7C47-6B7B-3089-C08E8BB90478}"/>
          </ac:spMkLst>
        </pc:spChg>
        <pc:spChg chg="add del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10" creationId="{BAD76F3E-3A97-486B-B402-44400A8B9173}"/>
          </ac:spMkLst>
        </pc:spChg>
        <pc:spChg chg="add del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12" creationId="{391F6B52-91F4-4AEB-B6DB-29FEBCF28C8B}"/>
          </ac:spMkLst>
        </pc:spChg>
        <pc:spChg chg="add del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14" creationId="{2CD6F061-7C53-44F4-9794-953DB70A451B}"/>
          </ac:spMkLst>
        </pc:spChg>
        <pc:spChg chg="add del">
          <ac:chgData name="Omokayode, John" userId="6449cd0f-ca15-444d-85df-dc0f0c51ca82" providerId="ADAL" clId="{244554B2-CF16-7B4E-B93E-BE0F5C9847D0}" dt="2025-07-16T20:38:39.858" v="376" actId="26606"/>
          <ac:spMkLst>
            <pc:docMk/>
            <pc:sldMk cId="3562931672" sldId="267"/>
            <ac:spMk id="19" creationId="{FFD48BC7-DC40-47DE-87EE-9F4B6ECB9ABB}"/>
          </ac:spMkLst>
        </pc:spChg>
        <pc:spChg chg="add del">
          <ac:chgData name="Omokayode, John" userId="6449cd0f-ca15-444d-85df-dc0f0c51ca82" providerId="ADAL" clId="{244554B2-CF16-7B4E-B93E-BE0F5C9847D0}" dt="2025-07-16T20:38:39.858" v="376" actId="26606"/>
          <ac:spMkLst>
            <pc:docMk/>
            <pc:sldMk cId="3562931672" sldId="267"/>
            <ac:spMk id="21" creationId="{E502BBC7-2C76-46F3-BC24-5985BC13DB88}"/>
          </ac:spMkLst>
        </pc:spChg>
        <pc:spChg chg="add del">
          <ac:chgData name="Omokayode, John" userId="6449cd0f-ca15-444d-85df-dc0f0c51ca82" providerId="ADAL" clId="{244554B2-CF16-7B4E-B93E-BE0F5C9847D0}" dt="2025-07-16T20:38:39.858" v="376" actId="26606"/>
          <ac:spMkLst>
            <pc:docMk/>
            <pc:sldMk cId="3562931672" sldId="267"/>
            <ac:spMk id="23" creationId="{C7F28D52-2A5F-4D23-81AE-7CB8B591C7AF}"/>
          </ac:spMkLst>
        </pc:spChg>
        <pc:spChg chg="add del">
          <ac:chgData name="Omokayode, John" userId="6449cd0f-ca15-444d-85df-dc0f0c51ca82" providerId="ADAL" clId="{244554B2-CF16-7B4E-B93E-BE0F5C9847D0}" dt="2025-07-16T20:38:39.858" v="376" actId="26606"/>
          <ac:spMkLst>
            <pc:docMk/>
            <pc:sldMk cId="3562931672" sldId="267"/>
            <ac:spMk id="25" creationId="{3629484E-3792-4B3D-89AD-7C8A1ED0E0D4}"/>
          </ac:spMkLst>
        </pc:spChg>
        <pc:spChg chg="add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27" creationId="{1ACA2EA0-FFD3-42EC-9406-B595015ED96E}"/>
          </ac:spMkLst>
        </pc:spChg>
        <pc:spChg chg="add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28" creationId="{D5288BCE-665C-472A-8C43-664BCFA31E43}"/>
          </ac:spMkLst>
        </pc:spChg>
        <pc:spChg chg="add">
          <ac:chgData name="Omokayode, John" userId="6449cd0f-ca15-444d-85df-dc0f0c51ca82" providerId="ADAL" clId="{244554B2-CF16-7B4E-B93E-BE0F5C9847D0}" dt="2025-07-16T20:38:39.864" v="377" actId="26606"/>
          <ac:spMkLst>
            <pc:docMk/>
            <pc:sldMk cId="3562931672" sldId="267"/>
            <ac:spMk id="29" creationId="{46C57131-53A7-4C1A-BEA8-25F06A06AD29}"/>
          </ac:spMkLst>
        </pc:spChg>
      </pc:sldChg>
      <pc:sldChg chg="addSp delSp modSp mod">
        <pc:chgData name="Omokayode, John" userId="6449cd0f-ca15-444d-85df-dc0f0c51ca82" providerId="ADAL" clId="{244554B2-CF16-7B4E-B93E-BE0F5C9847D0}" dt="2025-07-16T20:39:29.351" v="382" actId="26606"/>
        <pc:sldMkLst>
          <pc:docMk/>
          <pc:sldMk cId="1020345223" sldId="268"/>
        </pc:sldMkLst>
        <pc:spChg chg="mod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3" creationId="{882E0DBA-BC05-6148-2D37-54963B44FB33}"/>
          </ac:spMkLst>
        </pc:spChg>
        <pc:spChg chg="mod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4" creationId="{05978411-CE81-4122-7474-5F48A93DB297}"/>
          </ac:spMkLst>
        </pc:spChg>
        <pc:spChg chg="add del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29" creationId="{BAD76F3E-3A97-486B-B402-44400A8B9173}"/>
          </ac:spMkLst>
        </pc:spChg>
        <pc:spChg chg="add del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31" creationId="{391F6B52-91F4-4AEB-B6DB-29FEBCF28C8B}"/>
          </ac:spMkLst>
        </pc:spChg>
        <pc:spChg chg="add del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33" creationId="{2CD6F061-7C53-44F4-9794-953DB70A451B}"/>
          </ac:spMkLst>
        </pc:spChg>
        <pc:spChg chg="add del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38" creationId="{1ACA2EA0-FFD3-42EC-9406-B595015ED96E}"/>
          </ac:spMkLst>
        </pc:spChg>
        <pc:spChg chg="add del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40" creationId="{D5288BCE-665C-472A-8C43-664BCFA31E43}"/>
          </ac:spMkLst>
        </pc:spChg>
        <pc:spChg chg="add del">
          <ac:chgData name="Omokayode, John" userId="6449cd0f-ca15-444d-85df-dc0f0c51ca82" providerId="ADAL" clId="{244554B2-CF16-7B4E-B93E-BE0F5C9847D0}" dt="2025-07-16T20:39:29.351" v="382" actId="26606"/>
          <ac:spMkLst>
            <pc:docMk/>
            <pc:sldMk cId="1020345223" sldId="268"/>
            <ac:spMk id="42" creationId="{46C57131-53A7-4C1A-BEA8-25F06A06AD29}"/>
          </ac:spMkLst>
        </pc:spChg>
      </pc:sldChg>
      <pc:sldChg chg="del">
        <pc:chgData name="Omokayode, John" userId="6449cd0f-ca15-444d-85df-dc0f0c51ca82" providerId="ADAL" clId="{244554B2-CF16-7B4E-B93E-BE0F5C9847D0}" dt="2025-07-16T20:34:36.435" v="302" actId="2696"/>
        <pc:sldMkLst>
          <pc:docMk/>
          <pc:sldMk cId="4143896332" sldId="279"/>
        </pc:sldMkLst>
      </pc:sldChg>
      <pc:sldChg chg="modSp mod">
        <pc:chgData name="Omokayode, John" userId="6449cd0f-ca15-444d-85df-dc0f0c51ca82" providerId="ADAL" clId="{244554B2-CF16-7B4E-B93E-BE0F5C9847D0}" dt="2025-07-16T20:39:16.404" v="380" actId="1076"/>
        <pc:sldMkLst>
          <pc:docMk/>
          <pc:sldMk cId="0" sldId="281"/>
        </pc:sldMkLst>
        <pc:grpChg chg="mod">
          <ac:chgData name="Omokayode, John" userId="6449cd0f-ca15-444d-85df-dc0f0c51ca82" providerId="ADAL" clId="{244554B2-CF16-7B4E-B93E-BE0F5C9847D0}" dt="2025-07-16T20:39:13.242" v="378" actId="14100"/>
          <ac:grpSpMkLst>
            <pc:docMk/>
            <pc:sldMk cId="0" sldId="281"/>
            <ac:grpSpMk id="14" creationId="{FFC5A0A7-25FD-4AD2-31B1-A968D2968C43}"/>
          </ac:grpSpMkLst>
        </pc:grpChg>
        <pc:grpChg chg="mod">
          <ac:chgData name="Omokayode, John" userId="6449cd0f-ca15-444d-85df-dc0f0c51ca82" providerId="ADAL" clId="{244554B2-CF16-7B4E-B93E-BE0F5C9847D0}" dt="2025-07-16T20:39:16.404" v="380" actId="1076"/>
          <ac:grpSpMkLst>
            <pc:docMk/>
            <pc:sldMk cId="0" sldId="281"/>
            <ac:grpSpMk id="15" creationId="{1C10C8CC-62AB-2B0B-0CD4-D1315BB6B1B2}"/>
          </ac:grpSpMkLst>
        </pc:grpChg>
      </pc:sldChg>
      <pc:sldChg chg="del">
        <pc:chgData name="Omokayode, John" userId="6449cd0f-ca15-444d-85df-dc0f0c51ca82" providerId="ADAL" clId="{244554B2-CF16-7B4E-B93E-BE0F5C9847D0}" dt="2025-07-15T15:51:22.233" v="57" actId="2696"/>
        <pc:sldMkLst>
          <pc:docMk/>
          <pc:sldMk cId="2969691500" sldId="289"/>
        </pc:sldMkLst>
      </pc:sldChg>
      <pc:sldChg chg="del">
        <pc:chgData name="Omokayode, John" userId="6449cd0f-ca15-444d-85df-dc0f0c51ca82" providerId="ADAL" clId="{244554B2-CF16-7B4E-B93E-BE0F5C9847D0}" dt="2025-07-16T00:34:24.574" v="272" actId="2696"/>
        <pc:sldMkLst>
          <pc:docMk/>
          <pc:sldMk cId="2687646872" sldId="294"/>
        </pc:sldMkLst>
      </pc:sldChg>
      <pc:sldChg chg="del">
        <pc:chgData name="Omokayode, John" userId="6449cd0f-ca15-444d-85df-dc0f0c51ca82" providerId="ADAL" clId="{244554B2-CF16-7B4E-B93E-BE0F5C9847D0}" dt="2025-07-16T00:34:21.105" v="271" actId="2696"/>
        <pc:sldMkLst>
          <pc:docMk/>
          <pc:sldMk cId="1442776364" sldId="295"/>
        </pc:sldMkLst>
      </pc:sldChg>
      <pc:sldChg chg="del">
        <pc:chgData name="Omokayode, John" userId="6449cd0f-ca15-444d-85df-dc0f0c51ca82" providerId="ADAL" clId="{244554B2-CF16-7B4E-B93E-BE0F5C9847D0}" dt="2025-07-16T00:34:30.010" v="273" actId="2696"/>
        <pc:sldMkLst>
          <pc:docMk/>
          <pc:sldMk cId="2949696911" sldId="296"/>
        </pc:sldMkLst>
      </pc:sldChg>
      <pc:sldChg chg="addSp delSp modSp mod delAnim">
        <pc:chgData name="Omokayode, John" userId="6449cd0f-ca15-444d-85df-dc0f0c51ca82" providerId="ADAL" clId="{244554B2-CF16-7B4E-B93E-BE0F5C9847D0}" dt="2025-07-16T00:35:43.998" v="277" actId="26606"/>
        <pc:sldMkLst>
          <pc:docMk/>
          <pc:sldMk cId="1796835271" sldId="300"/>
        </pc:sldMkLst>
        <pc:spChg chg="mod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4" creationId="{7812750F-B310-7A86-7E6E-3A1E9A9D9A8B}"/>
          </ac:spMkLst>
        </pc:spChg>
        <pc:spChg chg="mod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5" creationId="{D8BB99EE-069A-E5C1-8BEF-79C594D1A7D0}"/>
          </ac:spMkLst>
        </pc:spChg>
        <pc:spChg chg="del">
          <ac:chgData name="Omokayode, John" userId="6449cd0f-ca15-444d-85df-dc0f0c51ca82" providerId="ADAL" clId="{244554B2-CF16-7B4E-B93E-BE0F5C9847D0}" dt="2025-07-16T00:35:22.261" v="276" actId="21"/>
          <ac:spMkLst>
            <pc:docMk/>
            <pc:sldMk cId="1796835271" sldId="300"/>
            <ac:spMk id="6" creationId="{E2263DE5-3A16-0216-80CF-9E891931F8C6}"/>
          </ac:spMkLst>
        </pc:spChg>
        <pc:spChg chg="del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11" creationId="{F13C74B1-5B17-4795-BED0-7140497B445A}"/>
          </ac:spMkLst>
        </pc:spChg>
        <pc:spChg chg="del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13" creationId="{D4974D33-8DC5-464E-8C6D-BE58F0669C17}"/>
          </ac:spMkLst>
        </pc:spChg>
        <pc:spChg chg="add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18" creationId="{0B9EE3F3-89B7-43C3-8651-C4C96830993D}"/>
          </ac:spMkLst>
        </pc:spChg>
        <pc:spChg chg="add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20" creationId="{33AE4636-AEEC-45D6-84D4-7AC2DA48ECF8}"/>
          </ac:spMkLst>
        </pc:spChg>
        <pc:spChg chg="add">
          <ac:chgData name="Omokayode, John" userId="6449cd0f-ca15-444d-85df-dc0f0c51ca82" providerId="ADAL" clId="{244554B2-CF16-7B4E-B93E-BE0F5C9847D0}" dt="2025-07-16T00:35:43.998" v="277" actId="26606"/>
          <ac:spMkLst>
            <pc:docMk/>
            <pc:sldMk cId="1796835271" sldId="300"/>
            <ac:spMk id="22" creationId="{8D9CE0F4-2EB2-4F1F-8AAC-DB3571D9FE10}"/>
          </ac:spMkLst>
        </pc:spChg>
        <pc:picChg chg="mod">
          <ac:chgData name="Omokayode, John" userId="6449cd0f-ca15-444d-85df-dc0f0c51ca82" providerId="ADAL" clId="{244554B2-CF16-7B4E-B93E-BE0F5C9847D0}" dt="2025-07-16T00:35:43.998" v="277" actId="26606"/>
          <ac:picMkLst>
            <pc:docMk/>
            <pc:sldMk cId="1796835271" sldId="300"/>
            <ac:picMk id="7" creationId="{4305F092-C6A7-4F5D-A82E-3F4B61161534}"/>
          </ac:picMkLst>
        </pc:picChg>
      </pc:sldChg>
      <pc:sldChg chg="addSp delSp modSp mod">
        <pc:chgData name="Omokayode, John" userId="6449cd0f-ca15-444d-85df-dc0f0c51ca82" providerId="ADAL" clId="{244554B2-CF16-7B4E-B93E-BE0F5C9847D0}" dt="2025-07-16T00:35:02.367" v="275" actId="26606"/>
        <pc:sldMkLst>
          <pc:docMk/>
          <pc:sldMk cId="1005433352" sldId="301"/>
        </pc:sldMkLst>
        <pc:spChg chg="del mod">
          <ac:chgData name="Omokayode, John" userId="6449cd0f-ca15-444d-85df-dc0f0c51ca82" providerId="ADAL" clId="{244554B2-CF16-7B4E-B93E-BE0F5C9847D0}" dt="2025-07-16T00:35:02.367" v="275" actId="26606"/>
          <ac:spMkLst>
            <pc:docMk/>
            <pc:sldMk cId="1005433352" sldId="301"/>
            <ac:spMk id="3" creationId="{0166A42A-E4C6-F671-2162-33A8A6D2DC17}"/>
          </ac:spMkLst>
        </pc:spChg>
        <pc:graphicFrameChg chg="add">
          <ac:chgData name="Omokayode, John" userId="6449cd0f-ca15-444d-85df-dc0f0c51ca82" providerId="ADAL" clId="{244554B2-CF16-7B4E-B93E-BE0F5C9847D0}" dt="2025-07-16T00:35:02.367" v="275" actId="26606"/>
          <ac:graphicFrameMkLst>
            <pc:docMk/>
            <pc:sldMk cId="1005433352" sldId="301"/>
            <ac:graphicFrameMk id="11" creationId="{CDCD9133-67FB-B039-23EF-0B64E5BACC95}"/>
          </ac:graphicFrameMkLst>
        </pc:graphicFrameChg>
      </pc:sldChg>
      <pc:sldChg chg="addSp delSp modSp add mod ord delAnim modAnim">
        <pc:chgData name="Omokayode, John" userId="6449cd0f-ca15-444d-85df-dc0f0c51ca82" providerId="ADAL" clId="{244554B2-CF16-7B4E-B93E-BE0F5C9847D0}" dt="2025-07-16T22:31:41.577" v="2251"/>
        <pc:sldMkLst>
          <pc:docMk/>
          <pc:sldMk cId="3408114941" sldId="303"/>
        </pc:sldMkLst>
        <pc:spChg chg="mod">
          <ac:chgData name="Omokayode, John" userId="6449cd0f-ca15-444d-85df-dc0f0c51ca82" providerId="ADAL" clId="{244554B2-CF16-7B4E-B93E-BE0F5C9847D0}" dt="2025-07-15T15:49:07.086" v="23" actId="26606"/>
          <ac:spMkLst>
            <pc:docMk/>
            <pc:sldMk cId="3408114941" sldId="303"/>
            <ac:spMk id="2" creationId="{86120A04-1A97-B344-3C56-2B08312BA53B}"/>
          </ac:spMkLst>
        </pc:spChg>
        <pc:spChg chg="add mod">
          <ac:chgData name="Omokayode, John" userId="6449cd0f-ca15-444d-85df-dc0f0c51ca82" providerId="ADAL" clId="{244554B2-CF16-7B4E-B93E-BE0F5C9847D0}" dt="2025-07-16T20:38:01.281" v="372" actId="403"/>
          <ac:spMkLst>
            <pc:docMk/>
            <pc:sldMk cId="3408114941" sldId="303"/>
            <ac:spMk id="10" creationId="{0121616F-EDE9-8DA3-3262-89B9687A567F}"/>
          </ac:spMkLst>
        </pc:spChg>
        <pc:spChg chg="add">
          <ac:chgData name="Omokayode, John" userId="6449cd0f-ca15-444d-85df-dc0f0c51ca82" providerId="ADAL" clId="{244554B2-CF16-7B4E-B93E-BE0F5C9847D0}" dt="2025-07-15T15:49:07.086" v="23" actId="26606"/>
          <ac:spMkLst>
            <pc:docMk/>
            <pc:sldMk cId="3408114941" sldId="303"/>
            <ac:spMk id="16" creationId="{4F7EBAE4-9945-4473-9E34-B2C66EA0F03D}"/>
          </ac:spMkLst>
        </pc:spChg>
        <pc:spChg chg="add">
          <ac:chgData name="Omokayode, John" userId="6449cd0f-ca15-444d-85df-dc0f0c51ca82" providerId="ADAL" clId="{244554B2-CF16-7B4E-B93E-BE0F5C9847D0}" dt="2025-07-15T15:49:07.086" v="23" actId="26606"/>
          <ac:spMkLst>
            <pc:docMk/>
            <pc:sldMk cId="3408114941" sldId="303"/>
            <ac:spMk id="18" creationId="{70BEB1E7-2F88-40BC-B73D-42E5B6F80BFC}"/>
          </ac:spMkLst>
        </pc:spChg>
        <pc:spChg chg="add">
          <ac:chgData name="Omokayode, John" userId="6449cd0f-ca15-444d-85df-dc0f0c51ca82" providerId="ADAL" clId="{244554B2-CF16-7B4E-B93E-BE0F5C9847D0}" dt="2025-07-15T15:49:07.086" v="23" actId="26606"/>
          <ac:spMkLst>
            <pc:docMk/>
            <pc:sldMk cId="3408114941" sldId="303"/>
            <ac:spMk id="20" creationId="{A7B99495-F43F-4D80-A44F-2CB4764EB90B}"/>
          </ac:spMkLst>
        </pc:spChg>
        <pc:picChg chg="mod ord">
          <ac:chgData name="Omokayode, John" userId="6449cd0f-ca15-444d-85df-dc0f0c51ca82" providerId="ADAL" clId="{244554B2-CF16-7B4E-B93E-BE0F5C9847D0}" dt="2025-07-15T15:49:07.086" v="23" actId="26606"/>
          <ac:picMkLst>
            <pc:docMk/>
            <pc:sldMk cId="3408114941" sldId="303"/>
            <ac:picMk id="5" creationId="{B6CFD1F2-2EF2-4AD6-8F55-FAAFE932368F}"/>
          </ac:picMkLst>
        </pc:picChg>
      </pc:sldChg>
      <pc:sldChg chg="addSp delSp modSp mod ord setBg">
        <pc:chgData name="Omokayode, John" userId="6449cd0f-ca15-444d-85df-dc0f0c51ca82" providerId="ADAL" clId="{244554B2-CF16-7B4E-B93E-BE0F5C9847D0}" dt="2025-07-16T22:07:22.109" v="1909" actId="2711"/>
        <pc:sldMkLst>
          <pc:docMk/>
          <pc:sldMk cId="874636848" sldId="305"/>
        </pc:sldMkLst>
        <pc:spChg chg="mod ord">
          <ac:chgData name="Omokayode, John" userId="6449cd0f-ca15-444d-85df-dc0f0c51ca82" providerId="ADAL" clId="{244554B2-CF16-7B4E-B93E-BE0F5C9847D0}" dt="2025-07-16T21:29:33.421" v="1399" actId="404"/>
          <ac:spMkLst>
            <pc:docMk/>
            <pc:sldMk cId="874636848" sldId="305"/>
            <ac:spMk id="2" creationId="{EE976237-A8D1-CFA6-E69B-6CC2AC20DB0C}"/>
          </ac:spMkLst>
        </pc:spChg>
        <pc:spChg chg="mod ord">
          <ac:chgData name="Omokayode, John" userId="6449cd0f-ca15-444d-85df-dc0f0c51ca82" providerId="ADAL" clId="{244554B2-CF16-7B4E-B93E-BE0F5C9847D0}" dt="2025-07-16T22:07:22.109" v="1909" actId="2711"/>
          <ac:spMkLst>
            <pc:docMk/>
            <pc:sldMk cId="874636848" sldId="305"/>
            <ac:spMk id="4" creationId="{9E833EC4-B8C7-1461-CB42-222E45EFF2F2}"/>
          </ac:spMkLst>
        </pc:spChg>
        <pc:spChg chg="add del">
          <ac:chgData name="Omokayode, John" userId="6449cd0f-ca15-444d-85df-dc0f0c51ca82" providerId="ADAL" clId="{244554B2-CF16-7B4E-B93E-BE0F5C9847D0}" dt="2025-07-16T00:33:56.585" v="269" actId="26606"/>
          <ac:spMkLst>
            <pc:docMk/>
            <pc:sldMk cId="874636848" sldId="305"/>
            <ac:spMk id="12" creationId="{8FC9BE17-9A7B-462D-AE50-3D8777387304}"/>
          </ac:spMkLst>
        </pc:spChg>
        <pc:spChg chg="add del">
          <ac:chgData name="Omokayode, John" userId="6449cd0f-ca15-444d-85df-dc0f0c51ca82" providerId="ADAL" clId="{244554B2-CF16-7B4E-B93E-BE0F5C9847D0}" dt="2025-07-16T00:33:56.585" v="269" actId="26606"/>
          <ac:spMkLst>
            <pc:docMk/>
            <pc:sldMk cId="874636848" sldId="305"/>
            <ac:spMk id="14" creationId="{3EBE8569-6AEC-4B8C-8D53-2DE337CDBA65}"/>
          </ac:spMkLst>
        </pc:spChg>
        <pc:spChg chg="add del">
          <ac:chgData name="Omokayode, John" userId="6449cd0f-ca15-444d-85df-dc0f0c51ca82" providerId="ADAL" clId="{244554B2-CF16-7B4E-B93E-BE0F5C9847D0}" dt="2025-07-16T00:33:56.585" v="269" actId="26606"/>
          <ac:spMkLst>
            <pc:docMk/>
            <pc:sldMk cId="874636848" sldId="305"/>
            <ac:spMk id="16" creationId="{55D4142C-5077-457F-A6AD-3FECFDB39685}"/>
          </ac:spMkLst>
        </pc:spChg>
        <pc:spChg chg="add del">
          <ac:chgData name="Omokayode, John" userId="6449cd0f-ca15-444d-85df-dc0f0c51ca82" providerId="ADAL" clId="{244554B2-CF16-7B4E-B93E-BE0F5C9847D0}" dt="2025-07-16T00:33:56.585" v="269" actId="26606"/>
          <ac:spMkLst>
            <pc:docMk/>
            <pc:sldMk cId="874636848" sldId="305"/>
            <ac:spMk id="18" creationId="{7A5F0580-5EE9-419F-96EE-B6529EF6E7D0}"/>
          </ac:spMkLst>
        </pc:spChg>
        <pc:spChg chg="add del">
          <ac:chgData name="Omokayode, John" userId="6449cd0f-ca15-444d-85df-dc0f0c51ca82" providerId="ADAL" clId="{244554B2-CF16-7B4E-B93E-BE0F5C9847D0}" dt="2025-07-16T21:06:32.540" v="404" actId="26606"/>
          <ac:spMkLst>
            <pc:docMk/>
            <pc:sldMk cId="874636848" sldId="305"/>
            <ac:spMk id="20" creationId="{0B9EE3F3-89B7-43C3-8651-C4C96830993D}"/>
          </ac:spMkLst>
        </pc:spChg>
        <pc:spChg chg="add del">
          <ac:chgData name="Omokayode, John" userId="6449cd0f-ca15-444d-85df-dc0f0c51ca82" providerId="ADAL" clId="{244554B2-CF16-7B4E-B93E-BE0F5C9847D0}" dt="2025-07-16T21:06:32.540" v="404" actId="26606"/>
          <ac:spMkLst>
            <pc:docMk/>
            <pc:sldMk cId="874636848" sldId="305"/>
            <ac:spMk id="21" creationId="{33AE4636-AEEC-45D6-84D4-7AC2DA48ECF8}"/>
          </ac:spMkLst>
        </pc:spChg>
        <pc:spChg chg="add del">
          <ac:chgData name="Omokayode, John" userId="6449cd0f-ca15-444d-85df-dc0f0c51ca82" providerId="ADAL" clId="{244554B2-CF16-7B4E-B93E-BE0F5C9847D0}" dt="2025-07-16T21:06:32.540" v="404" actId="26606"/>
          <ac:spMkLst>
            <pc:docMk/>
            <pc:sldMk cId="874636848" sldId="305"/>
            <ac:spMk id="22" creationId="{8D9CE0F4-2EB2-4F1F-8AAC-DB3571D9FE10}"/>
          </ac:spMkLst>
        </pc:spChg>
        <pc:spChg chg="add del">
          <ac:chgData name="Omokayode, John" userId="6449cd0f-ca15-444d-85df-dc0f0c51ca82" providerId="ADAL" clId="{244554B2-CF16-7B4E-B93E-BE0F5C9847D0}" dt="2025-07-16T21:06:32.540" v="404" actId="26606"/>
          <ac:spMkLst>
            <pc:docMk/>
            <pc:sldMk cId="874636848" sldId="305"/>
            <ac:spMk id="27" creationId="{49B9E8A9-352D-4DCB-9485-C777000D4979}"/>
          </ac:spMkLst>
        </pc:spChg>
        <pc:spChg chg="add del">
          <ac:chgData name="Omokayode, John" userId="6449cd0f-ca15-444d-85df-dc0f0c51ca82" providerId="ADAL" clId="{244554B2-CF16-7B4E-B93E-BE0F5C9847D0}" dt="2025-07-16T21:06:32.540" v="404" actId="26606"/>
          <ac:spMkLst>
            <pc:docMk/>
            <pc:sldMk cId="874636848" sldId="305"/>
            <ac:spMk id="29" creationId="{C2A9B0E5-C2C1-4B85-99A9-117A659D5FE0}"/>
          </ac:spMkLst>
        </pc:spChg>
        <pc:spChg chg="add del">
          <ac:chgData name="Omokayode, John" userId="6449cd0f-ca15-444d-85df-dc0f0c51ca82" providerId="ADAL" clId="{244554B2-CF16-7B4E-B93E-BE0F5C9847D0}" dt="2025-07-16T21:06:32.540" v="404" actId="26606"/>
          <ac:spMkLst>
            <pc:docMk/>
            <pc:sldMk cId="874636848" sldId="305"/>
            <ac:spMk id="31" creationId="{3A8AEACA-9535-4BE8-A91B-8BE82BA54751}"/>
          </ac:spMkLst>
        </pc:spChg>
        <pc:picChg chg="add del mod">
          <ac:chgData name="Omokayode, John" userId="6449cd0f-ca15-444d-85df-dc0f0c51ca82" providerId="ADAL" clId="{244554B2-CF16-7B4E-B93E-BE0F5C9847D0}" dt="2025-07-16T21:07:11.354" v="467" actId="21"/>
          <ac:picMkLst>
            <pc:docMk/>
            <pc:sldMk cId="874636848" sldId="305"/>
            <ac:picMk id="3" creationId="{64DDA8F4-0C78-9BE9-B741-FAE4701244A8}"/>
          </ac:picMkLst>
        </pc:picChg>
        <pc:picChg chg="mod ord">
          <ac:chgData name="Omokayode, John" userId="6449cd0f-ca15-444d-85df-dc0f0c51ca82" providerId="ADAL" clId="{244554B2-CF16-7B4E-B93E-BE0F5C9847D0}" dt="2025-07-16T21:06:32.540" v="404" actId="26606"/>
          <ac:picMkLst>
            <pc:docMk/>
            <pc:sldMk cId="874636848" sldId="305"/>
            <ac:picMk id="7" creationId="{7935AC26-3919-07F2-A7D0-9EE9928C2BD2}"/>
          </ac:picMkLst>
        </pc:picChg>
      </pc:sldChg>
      <pc:sldChg chg="addSp delSp modSp mod ord setBg">
        <pc:chgData name="Omokayode, John" userId="6449cd0f-ca15-444d-85df-dc0f0c51ca82" providerId="ADAL" clId="{244554B2-CF16-7B4E-B93E-BE0F5C9847D0}" dt="2025-07-17T16:26:01.596" v="2290" actId="20577"/>
        <pc:sldMkLst>
          <pc:docMk/>
          <pc:sldMk cId="103473460" sldId="306"/>
        </pc:sldMkLst>
        <pc:spChg chg="mod">
          <ac:chgData name="Omokayode, John" userId="6449cd0f-ca15-444d-85df-dc0f0c51ca82" providerId="ADAL" clId="{244554B2-CF16-7B4E-B93E-BE0F5C9847D0}" dt="2025-07-16T21:30:02.953" v="1413" actId="404"/>
          <ac:spMkLst>
            <pc:docMk/>
            <pc:sldMk cId="103473460" sldId="306"/>
            <ac:spMk id="2" creationId="{720A6D32-86A5-DFCA-A10D-9A94BB761742}"/>
          </ac:spMkLst>
        </pc:spChg>
        <pc:spChg chg="mod">
          <ac:chgData name="Omokayode, John" userId="6449cd0f-ca15-444d-85df-dc0f0c51ca82" providerId="ADAL" clId="{244554B2-CF16-7B4E-B93E-BE0F5C9847D0}" dt="2025-07-17T16:26:01.596" v="2290" actId="20577"/>
          <ac:spMkLst>
            <pc:docMk/>
            <pc:sldMk cId="103473460" sldId="306"/>
            <ac:spMk id="4" creationId="{1042F1B4-BAF2-C821-7E9B-B734234587EE}"/>
          </ac:spMkLst>
        </pc:spChg>
        <pc:spChg chg="add del mod">
          <ac:chgData name="Omokayode, John" userId="6449cd0f-ca15-444d-85df-dc0f0c51ca82" providerId="ADAL" clId="{244554B2-CF16-7B4E-B93E-BE0F5C9847D0}" dt="2025-07-16T21:07:15.755" v="469"/>
          <ac:spMkLst>
            <pc:docMk/>
            <pc:sldMk cId="103473460" sldId="306"/>
            <ac:spMk id="5" creationId="{DD87851C-8550-FA2E-1D15-36D7BA4A0D14}"/>
          </ac:spMkLst>
        </pc:spChg>
        <pc:spChg chg="add del mod">
          <ac:chgData name="Omokayode, John" userId="6449cd0f-ca15-444d-85df-dc0f0c51ca82" providerId="ADAL" clId="{244554B2-CF16-7B4E-B93E-BE0F5C9847D0}" dt="2025-07-16T21:17:14.253" v="632"/>
          <ac:spMkLst>
            <pc:docMk/>
            <pc:sldMk cId="103473460" sldId="306"/>
            <ac:spMk id="9" creationId="{5E7E7977-DE88-5DB9-50EB-1FE51E2FC539}"/>
          </ac:spMkLst>
        </pc:spChg>
        <pc:spChg chg="add">
          <ac:chgData name="Omokayode, John" userId="6449cd0f-ca15-444d-85df-dc0f0c51ca82" providerId="ADAL" clId="{244554B2-CF16-7B4E-B93E-BE0F5C9847D0}" dt="2025-07-16T00:33:37.609" v="267" actId="26606"/>
          <ac:spMkLst>
            <pc:docMk/>
            <pc:sldMk cId="103473460" sldId="306"/>
            <ac:spMk id="12" creationId="{0B9EE3F3-89B7-43C3-8651-C4C96830993D}"/>
          </ac:spMkLst>
        </pc:spChg>
        <pc:spChg chg="add">
          <ac:chgData name="Omokayode, John" userId="6449cd0f-ca15-444d-85df-dc0f0c51ca82" providerId="ADAL" clId="{244554B2-CF16-7B4E-B93E-BE0F5C9847D0}" dt="2025-07-16T00:33:37.609" v="267" actId="26606"/>
          <ac:spMkLst>
            <pc:docMk/>
            <pc:sldMk cId="103473460" sldId="306"/>
            <ac:spMk id="14" creationId="{33AE4636-AEEC-45D6-84D4-7AC2DA48ECF8}"/>
          </ac:spMkLst>
        </pc:spChg>
        <pc:spChg chg="add">
          <ac:chgData name="Omokayode, John" userId="6449cd0f-ca15-444d-85df-dc0f0c51ca82" providerId="ADAL" clId="{244554B2-CF16-7B4E-B93E-BE0F5C9847D0}" dt="2025-07-16T00:33:37.609" v="267" actId="26606"/>
          <ac:spMkLst>
            <pc:docMk/>
            <pc:sldMk cId="103473460" sldId="306"/>
            <ac:spMk id="16" creationId="{8D9CE0F4-2EB2-4F1F-8AAC-DB3571D9FE10}"/>
          </ac:spMkLst>
        </pc:spChg>
        <pc:picChg chg="add del mod">
          <ac:chgData name="Omokayode, John" userId="6449cd0f-ca15-444d-85df-dc0f0c51ca82" providerId="ADAL" clId="{244554B2-CF16-7B4E-B93E-BE0F5C9847D0}" dt="2025-07-16T21:17:12.904" v="631" actId="478"/>
          <ac:picMkLst>
            <pc:docMk/>
            <pc:sldMk cId="103473460" sldId="306"/>
            <ac:picMk id="6" creationId="{765FF403-A410-01AC-043D-06669A6ADE52}"/>
          </ac:picMkLst>
        </pc:picChg>
        <pc:picChg chg="del mod ord">
          <ac:chgData name="Omokayode, John" userId="6449cd0f-ca15-444d-85df-dc0f0c51ca82" providerId="ADAL" clId="{244554B2-CF16-7B4E-B93E-BE0F5C9847D0}" dt="2025-07-16T21:07:14.075" v="468" actId="478"/>
          <ac:picMkLst>
            <pc:docMk/>
            <pc:sldMk cId="103473460" sldId="306"/>
            <ac:picMk id="7" creationId="{F0F4CE3E-1164-8FAB-55C1-324AD43FD181}"/>
          </ac:picMkLst>
        </pc:picChg>
        <pc:picChg chg="add mod">
          <ac:chgData name="Omokayode, John" userId="6449cd0f-ca15-444d-85df-dc0f0c51ca82" providerId="ADAL" clId="{244554B2-CF16-7B4E-B93E-BE0F5C9847D0}" dt="2025-07-16T21:17:21.479" v="633" actId="14100"/>
          <ac:picMkLst>
            <pc:docMk/>
            <pc:sldMk cId="103473460" sldId="306"/>
            <ac:picMk id="10" creationId="{91CF453E-4326-4DFE-F03E-7DF79194371E}"/>
          </ac:picMkLst>
        </pc:picChg>
      </pc:sldChg>
      <pc:sldChg chg="addSp delSp modSp mod ord">
        <pc:chgData name="Omokayode, John" userId="6449cd0f-ca15-444d-85df-dc0f0c51ca82" providerId="ADAL" clId="{244554B2-CF16-7B4E-B93E-BE0F5C9847D0}" dt="2025-07-16T22:29:08.030" v="2249" actId="14100"/>
        <pc:sldMkLst>
          <pc:docMk/>
          <pc:sldMk cId="2177290190" sldId="307"/>
        </pc:sldMkLst>
        <pc:spChg chg="mod">
          <ac:chgData name="Omokayode, John" userId="6449cd0f-ca15-444d-85df-dc0f0c51ca82" providerId="ADAL" clId="{244554B2-CF16-7B4E-B93E-BE0F5C9847D0}" dt="2025-07-16T21:30:23.385" v="1417" actId="404"/>
          <ac:spMkLst>
            <pc:docMk/>
            <pc:sldMk cId="2177290190" sldId="307"/>
            <ac:spMk id="2" creationId="{0DEB97BC-1526-3192-43CB-9E0E4AD7AC0B}"/>
          </ac:spMkLst>
        </pc:spChg>
        <pc:spChg chg="mod">
          <ac:chgData name="Omokayode, John" userId="6449cd0f-ca15-444d-85df-dc0f0c51ca82" providerId="ADAL" clId="{244554B2-CF16-7B4E-B93E-BE0F5C9847D0}" dt="2025-07-16T22:29:08.030" v="2249" actId="14100"/>
          <ac:spMkLst>
            <pc:docMk/>
            <pc:sldMk cId="2177290190" sldId="307"/>
            <ac:spMk id="4" creationId="{A6064E22-CE53-5496-C2A5-BD14A8175ABB}"/>
          </ac:spMkLst>
        </pc:spChg>
        <pc:spChg chg="add mod">
          <ac:chgData name="Omokayode, John" userId="6449cd0f-ca15-444d-85df-dc0f0c51ca82" providerId="ADAL" clId="{244554B2-CF16-7B4E-B93E-BE0F5C9847D0}" dt="2025-07-16T22:27:05.497" v="2189" actId="20577"/>
          <ac:spMkLst>
            <pc:docMk/>
            <pc:sldMk cId="2177290190" sldId="307"/>
            <ac:spMk id="5" creationId="{024A8EDD-60DC-E5A3-1941-46005638B254}"/>
          </ac:spMkLst>
        </pc:spChg>
        <pc:spChg chg="add mod">
          <ac:chgData name="Omokayode, John" userId="6449cd0f-ca15-444d-85df-dc0f0c51ca82" providerId="ADAL" clId="{244554B2-CF16-7B4E-B93E-BE0F5C9847D0}" dt="2025-07-16T22:27:28.566" v="2204" actId="14100"/>
          <ac:spMkLst>
            <pc:docMk/>
            <pc:sldMk cId="2177290190" sldId="307"/>
            <ac:spMk id="7" creationId="{DC441A97-0D4A-A33B-E133-CDE064581A33}"/>
          </ac:spMkLst>
        </pc:spChg>
        <pc:spChg chg="add mod">
          <ac:chgData name="Omokayode, John" userId="6449cd0f-ca15-444d-85df-dc0f0c51ca82" providerId="ADAL" clId="{244554B2-CF16-7B4E-B93E-BE0F5C9847D0}" dt="2025-07-16T22:28:00.484" v="2225" actId="1076"/>
          <ac:spMkLst>
            <pc:docMk/>
            <pc:sldMk cId="2177290190" sldId="307"/>
            <ac:spMk id="9" creationId="{AA92DD6A-ED28-DFBB-75B6-10FFE1947E56}"/>
          </ac:spMkLst>
        </pc:spChg>
        <pc:picChg chg="add mod">
          <ac:chgData name="Omokayode, John" userId="6449cd0f-ca15-444d-85df-dc0f0c51ca82" providerId="ADAL" clId="{244554B2-CF16-7B4E-B93E-BE0F5C9847D0}" dt="2025-07-16T22:25:44.886" v="2145" actId="1076"/>
          <ac:picMkLst>
            <pc:docMk/>
            <pc:sldMk cId="2177290190" sldId="307"/>
            <ac:picMk id="3" creationId="{D437D3B8-952A-185B-B66D-827DB821C2A3}"/>
          </ac:picMkLst>
        </pc:picChg>
        <pc:picChg chg="mod">
          <ac:chgData name="Omokayode, John" userId="6449cd0f-ca15-444d-85df-dc0f0c51ca82" providerId="ADAL" clId="{244554B2-CF16-7B4E-B93E-BE0F5C9847D0}" dt="2025-07-16T22:25:10.450" v="2135" actId="1076"/>
          <ac:picMkLst>
            <pc:docMk/>
            <pc:sldMk cId="2177290190" sldId="307"/>
            <ac:picMk id="6" creationId="{8247B4DA-0298-8F5B-3515-A53157E8A6B7}"/>
          </ac:picMkLst>
        </pc:picChg>
        <pc:picChg chg="del mod">
          <ac:chgData name="Omokayode, John" userId="6449cd0f-ca15-444d-85df-dc0f0c51ca82" providerId="ADAL" clId="{244554B2-CF16-7B4E-B93E-BE0F5C9847D0}" dt="2025-07-16T22:25:01.809" v="2130" actId="478"/>
          <ac:picMkLst>
            <pc:docMk/>
            <pc:sldMk cId="2177290190" sldId="307"/>
            <ac:picMk id="8" creationId="{B62DC35F-D614-3DD5-0755-FE0D9C56DD29}"/>
          </ac:picMkLst>
        </pc:picChg>
      </pc:sldChg>
      <pc:sldChg chg="addSp delSp modSp add mod ord delAnim modAnim">
        <pc:chgData name="Omokayode, John" userId="6449cd0f-ca15-444d-85df-dc0f0c51ca82" providerId="ADAL" clId="{244554B2-CF16-7B4E-B93E-BE0F5C9847D0}" dt="2025-07-16T22:31:59.441" v="2253"/>
        <pc:sldMkLst>
          <pc:docMk/>
          <pc:sldMk cId="590568051" sldId="308"/>
        </pc:sldMkLst>
        <pc:spChg chg="mod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2" creationId="{2AC4EEBA-111A-6069-E6EF-48438097F366}"/>
          </ac:spMkLst>
        </pc:spChg>
        <pc:spChg chg="mod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3" creationId="{1D335BC1-EEFB-32CF-2470-5D53AB6549B3}"/>
          </ac:spMkLst>
        </pc:spChg>
        <pc:spChg chg="del mod">
          <ac:chgData name="Omokayode, John" userId="6449cd0f-ca15-444d-85df-dc0f0c51ca82" providerId="ADAL" clId="{244554B2-CF16-7B4E-B93E-BE0F5C9847D0}" dt="2025-07-16T20:30:19.429" v="282" actId="478"/>
          <ac:spMkLst>
            <pc:docMk/>
            <pc:sldMk cId="590568051" sldId="308"/>
            <ac:spMk id="4" creationId="{11D2C4B1-305E-D508-5DE0-174789256465}"/>
          </ac:spMkLst>
        </pc:spChg>
        <pc:spChg chg="add mod">
          <ac:chgData name="Omokayode, John" userId="6449cd0f-ca15-444d-85df-dc0f0c51ca82" providerId="ADAL" clId="{244554B2-CF16-7B4E-B93E-BE0F5C9847D0}" dt="2025-07-16T20:33:45.264" v="300" actId="1582"/>
          <ac:spMkLst>
            <pc:docMk/>
            <pc:sldMk cId="590568051" sldId="308"/>
            <ac:spMk id="6" creationId="{4EECBC80-1080-8CD8-D239-C472381BF16E}"/>
          </ac:spMkLst>
        </pc:spChg>
        <pc:spChg chg="del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16" creationId="{EB60AD5C-9EEB-60A8-1487-D66D2C094F44}"/>
          </ac:spMkLst>
        </pc:spChg>
        <pc:spChg chg="del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22" creationId="{E94215EB-719D-4EF5-69F8-4878B490D204}"/>
          </ac:spMkLst>
        </pc:spChg>
        <pc:spChg chg="add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27" creationId="{0B9EE3F3-89B7-43C3-8651-C4C96830993D}"/>
          </ac:spMkLst>
        </pc:spChg>
        <pc:spChg chg="add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29" creationId="{33AE4636-AEEC-45D6-84D4-7AC2DA48ECF8}"/>
          </ac:spMkLst>
        </pc:spChg>
        <pc:spChg chg="add">
          <ac:chgData name="Omokayode, John" userId="6449cd0f-ca15-444d-85df-dc0f0c51ca82" providerId="ADAL" clId="{244554B2-CF16-7B4E-B93E-BE0F5C9847D0}" dt="2025-07-16T20:32:12.754" v="284" actId="26606"/>
          <ac:spMkLst>
            <pc:docMk/>
            <pc:sldMk cId="590568051" sldId="308"/>
            <ac:spMk id="31" creationId="{8D9CE0F4-2EB2-4F1F-8AAC-DB3571D9FE10}"/>
          </ac:spMkLst>
        </pc:spChg>
        <pc:grpChg chg="del">
          <ac:chgData name="Omokayode, John" userId="6449cd0f-ca15-444d-85df-dc0f0c51ca82" providerId="ADAL" clId="{244554B2-CF16-7B4E-B93E-BE0F5C9847D0}" dt="2025-07-16T20:32:12.754" v="284" actId="26606"/>
          <ac:grpSpMkLst>
            <pc:docMk/>
            <pc:sldMk cId="590568051" sldId="308"/>
            <ac:grpSpMk id="18" creationId="{EFCEE2BD-C4EE-27E3-0170-23C798DB5220}"/>
          </ac:grpSpMkLst>
        </pc:grpChg>
        <pc:picChg chg="add mod">
          <ac:chgData name="Omokayode, John" userId="6449cd0f-ca15-444d-85df-dc0f0c51ca82" providerId="ADAL" clId="{244554B2-CF16-7B4E-B93E-BE0F5C9847D0}" dt="2025-07-16T20:33:57.397" v="301" actId="1076"/>
          <ac:picMkLst>
            <pc:docMk/>
            <pc:sldMk cId="590568051" sldId="308"/>
            <ac:picMk id="5" creationId="{99C401DB-9344-2347-8EC8-C664CFAA5F62}"/>
          </ac:picMkLst>
        </pc:picChg>
        <pc:picChg chg="add mod">
          <ac:chgData name="Omokayode, John" userId="6449cd0f-ca15-444d-85df-dc0f0c51ca82" providerId="ADAL" clId="{244554B2-CF16-7B4E-B93E-BE0F5C9847D0}" dt="2025-07-16T20:33:29.432" v="298" actId="571"/>
          <ac:picMkLst>
            <pc:docMk/>
            <pc:sldMk cId="590568051" sldId="308"/>
            <ac:picMk id="7" creationId="{2AFD7422-FC1F-9523-C7B8-A8855C72812F}"/>
          </ac:picMkLst>
        </pc:picChg>
      </pc:sldChg>
      <pc:sldChg chg="new del ord">
        <pc:chgData name="Omokayode, John" userId="6449cd0f-ca15-444d-85df-dc0f0c51ca82" providerId="ADAL" clId="{244554B2-CF16-7B4E-B93E-BE0F5C9847D0}" dt="2025-07-16T21:24:24.399" v="1087" actId="2696"/>
        <pc:sldMkLst>
          <pc:docMk/>
          <pc:sldMk cId="2156121398" sldId="309"/>
        </pc:sldMkLst>
      </pc:sldChg>
      <pc:sldChg chg="addSp delSp modSp add mod ord">
        <pc:chgData name="Omokayode, John" userId="6449cd0f-ca15-444d-85df-dc0f0c51ca82" providerId="ADAL" clId="{244554B2-CF16-7B4E-B93E-BE0F5C9847D0}" dt="2025-07-16T22:07:12.292" v="1908" actId="27636"/>
        <pc:sldMkLst>
          <pc:docMk/>
          <pc:sldMk cId="2545584812" sldId="310"/>
        </pc:sldMkLst>
        <pc:spChg chg="mod">
          <ac:chgData name="Omokayode, John" userId="6449cd0f-ca15-444d-85df-dc0f0c51ca82" providerId="ADAL" clId="{244554B2-CF16-7B4E-B93E-BE0F5C9847D0}" dt="2025-07-16T21:29:42.070" v="1401" actId="113"/>
          <ac:spMkLst>
            <pc:docMk/>
            <pc:sldMk cId="2545584812" sldId="310"/>
            <ac:spMk id="2" creationId="{12FF088B-BBBE-9DE4-CD84-2971B117565A}"/>
          </ac:spMkLst>
        </pc:spChg>
        <pc:spChg chg="mod">
          <ac:chgData name="Omokayode, John" userId="6449cd0f-ca15-444d-85df-dc0f0c51ca82" providerId="ADAL" clId="{244554B2-CF16-7B4E-B93E-BE0F5C9847D0}" dt="2025-07-16T22:07:12.292" v="1908" actId="27636"/>
          <ac:spMkLst>
            <pc:docMk/>
            <pc:sldMk cId="2545584812" sldId="310"/>
            <ac:spMk id="4" creationId="{C899C1FD-3837-00EB-50AD-753F0C122750}"/>
          </ac:spMkLst>
        </pc:spChg>
        <pc:spChg chg="add del">
          <ac:chgData name="Omokayode, John" userId="6449cd0f-ca15-444d-85df-dc0f0c51ca82" providerId="ADAL" clId="{244554B2-CF16-7B4E-B93E-BE0F5C9847D0}" dt="2025-07-16T21:22:58.593" v="1076" actId="26606"/>
          <ac:spMkLst>
            <pc:docMk/>
            <pc:sldMk cId="2545584812" sldId="310"/>
            <ac:spMk id="12" creationId="{D8917238-DAAC-DED3-7478-40E05531B5D1}"/>
          </ac:spMkLst>
        </pc:spChg>
        <pc:spChg chg="add del">
          <ac:chgData name="Omokayode, John" userId="6449cd0f-ca15-444d-85df-dc0f0c51ca82" providerId="ADAL" clId="{244554B2-CF16-7B4E-B93E-BE0F5C9847D0}" dt="2025-07-16T21:22:58.593" v="1076" actId="26606"/>
          <ac:spMkLst>
            <pc:docMk/>
            <pc:sldMk cId="2545584812" sldId="310"/>
            <ac:spMk id="14" creationId="{52C96494-FA1D-A4BB-5EFF-00B96061144B}"/>
          </ac:spMkLst>
        </pc:spChg>
        <pc:spChg chg="add del">
          <ac:chgData name="Omokayode, John" userId="6449cd0f-ca15-444d-85df-dc0f0c51ca82" providerId="ADAL" clId="{244554B2-CF16-7B4E-B93E-BE0F5C9847D0}" dt="2025-07-16T21:22:58.593" v="1076" actId="26606"/>
          <ac:spMkLst>
            <pc:docMk/>
            <pc:sldMk cId="2545584812" sldId="310"/>
            <ac:spMk id="16" creationId="{99397A86-19F0-C608-2F17-C86CCA83DAC2}"/>
          </ac:spMkLst>
        </pc:spChg>
        <pc:spChg chg="add del">
          <ac:chgData name="Omokayode, John" userId="6449cd0f-ca15-444d-85df-dc0f0c51ca82" providerId="ADAL" clId="{244554B2-CF16-7B4E-B93E-BE0F5C9847D0}" dt="2025-07-16T21:22:58.593" v="1076" actId="26606"/>
          <ac:spMkLst>
            <pc:docMk/>
            <pc:sldMk cId="2545584812" sldId="310"/>
            <ac:spMk id="21" creationId="{2CB962CF-61A3-4EF9-94F6-7C59B0329524}"/>
          </ac:spMkLst>
        </pc:spChg>
        <pc:picChg chg="add mod modCrop">
          <ac:chgData name="Omokayode, John" userId="6449cd0f-ca15-444d-85df-dc0f0c51ca82" providerId="ADAL" clId="{244554B2-CF16-7B4E-B93E-BE0F5C9847D0}" dt="2025-07-16T21:23:08.814" v="1078" actId="1076"/>
          <ac:picMkLst>
            <pc:docMk/>
            <pc:sldMk cId="2545584812" sldId="310"/>
            <ac:picMk id="3" creationId="{30AF0697-1D17-0409-87BB-DB1AB91E7EDC}"/>
          </ac:picMkLst>
        </pc:picChg>
        <pc:picChg chg="mod ord modCrop">
          <ac:chgData name="Omokayode, John" userId="6449cd0f-ca15-444d-85df-dc0f0c51ca82" providerId="ADAL" clId="{244554B2-CF16-7B4E-B93E-BE0F5C9847D0}" dt="2025-07-16T21:23:11.549" v="1079" actId="1076"/>
          <ac:picMkLst>
            <pc:docMk/>
            <pc:sldMk cId="2545584812" sldId="310"/>
            <ac:picMk id="6" creationId="{E7F5824F-BCEB-EFD6-0725-74C064C6DE99}"/>
          </ac:picMkLst>
        </pc:picChg>
      </pc:sldChg>
      <pc:sldChg chg="modSp new add del mod ord">
        <pc:chgData name="Omokayode, John" userId="6449cd0f-ca15-444d-85df-dc0f0c51ca82" providerId="ADAL" clId="{244554B2-CF16-7B4E-B93E-BE0F5C9847D0}" dt="2025-07-16T22:08:01.968" v="1937" actId="20577"/>
        <pc:sldMkLst>
          <pc:docMk/>
          <pc:sldMk cId="3173126643" sldId="311"/>
        </pc:sldMkLst>
        <pc:spChg chg="mod">
          <ac:chgData name="Omokayode, John" userId="6449cd0f-ca15-444d-85df-dc0f0c51ca82" providerId="ADAL" clId="{244554B2-CF16-7B4E-B93E-BE0F5C9847D0}" dt="2025-07-16T21:29:06.388" v="1374" actId="20577"/>
          <ac:spMkLst>
            <pc:docMk/>
            <pc:sldMk cId="3173126643" sldId="311"/>
            <ac:spMk id="2" creationId="{85D2C692-E6BF-1C66-6E04-B711A4C66B82}"/>
          </ac:spMkLst>
        </pc:spChg>
        <pc:spChg chg="mod">
          <ac:chgData name="Omokayode, John" userId="6449cd0f-ca15-444d-85df-dc0f0c51ca82" providerId="ADAL" clId="{244554B2-CF16-7B4E-B93E-BE0F5C9847D0}" dt="2025-07-16T22:08:01.968" v="1937" actId="20577"/>
          <ac:spMkLst>
            <pc:docMk/>
            <pc:sldMk cId="3173126643" sldId="311"/>
            <ac:spMk id="3" creationId="{E3606BA5-8BCF-4941-7BEE-D98A42199AA9}"/>
          </ac:spMkLst>
        </pc:spChg>
      </pc:sldChg>
      <pc:sldChg chg="addSp delSp modSp add mod ord">
        <pc:chgData name="Omokayode, John" userId="6449cd0f-ca15-444d-85df-dc0f0c51ca82" providerId="ADAL" clId="{244554B2-CF16-7B4E-B93E-BE0F5C9847D0}" dt="2025-07-16T22:21:41.988" v="2073" actId="20577"/>
        <pc:sldMkLst>
          <pc:docMk/>
          <pc:sldMk cId="157197410" sldId="312"/>
        </pc:sldMkLst>
        <pc:spChg chg="mod">
          <ac:chgData name="Omokayode, John" userId="6449cd0f-ca15-444d-85df-dc0f0c51ca82" providerId="ADAL" clId="{244554B2-CF16-7B4E-B93E-BE0F5C9847D0}" dt="2025-07-16T21:35:52.292" v="1526" actId="14100"/>
          <ac:spMkLst>
            <pc:docMk/>
            <pc:sldMk cId="157197410" sldId="312"/>
            <ac:spMk id="2" creationId="{C7909451-2850-EC51-1BBB-E7649E4E037F}"/>
          </ac:spMkLst>
        </pc:spChg>
        <pc:spChg chg="mod">
          <ac:chgData name="Omokayode, John" userId="6449cd0f-ca15-444d-85df-dc0f0c51ca82" providerId="ADAL" clId="{244554B2-CF16-7B4E-B93E-BE0F5C9847D0}" dt="2025-07-16T22:21:41.988" v="2073" actId="20577"/>
          <ac:spMkLst>
            <pc:docMk/>
            <pc:sldMk cId="157197410" sldId="312"/>
            <ac:spMk id="4" creationId="{87541606-7FBF-59B5-6ED4-19EB67A494D6}"/>
          </ac:spMkLst>
        </pc:spChg>
        <pc:spChg chg="add del mod">
          <ac:chgData name="Omokayode, John" userId="6449cd0f-ca15-444d-85df-dc0f0c51ca82" providerId="ADAL" clId="{244554B2-CF16-7B4E-B93E-BE0F5C9847D0}" dt="2025-07-16T21:32:12.717" v="1422"/>
          <ac:spMkLst>
            <pc:docMk/>
            <pc:sldMk cId="157197410" sldId="312"/>
            <ac:spMk id="5" creationId="{28D7D6B6-D143-AAF5-8889-036026330EFC}"/>
          </ac:spMkLst>
        </pc:spChg>
        <pc:spChg chg="add mod">
          <ac:chgData name="Omokayode, John" userId="6449cd0f-ca15-444d-85df-dc0f0c51ca82" providerId="ADAL" clId="{244554B2-CF16-7B4E-B93E-BE0F5C9847D0}" dt="2025-07-16T21:59:06.169" v="1617" actId="14100"/>
          <ac:spMkLst>
            <pc:docMk/>
            <pc:sldMk cId="157197410" sldId="312"/>
            <ac:spMk id="10" creationId="{EBCB00B4-968C-50A7-C8C4-E50C435985F8}"/>
          </ac:spMkLst>
        </pc:spChg>
        <pc:picChg chg="del">
          <ac:chgData name="Omokayode, John" userId="6449cd0f-ca15-444d-85df-dc0f0c51ca82" providerId="ADAL" clId="{244554B2-CF16-7B4E-B93E-BE0F5C9847D0}" dt="2025-07-16T21:32:10.517" v="1421" actId="478"/>
          <ac:picMkLst>
            <pc:docMk/>
            <pc:sldMk cId="157197410" sldId="312"/>
            <ac:picMk id="6" creationId="{865D51E6-88CC-507F-D1BB-97E80A917BB8}"/>
          </ac:picMkLst>
        </pc:picChg>
        <pc:picChg chg="add mod">
          <ac:chgData name="Omokayode, John" userId="6449cd0f-ca15-444d-85df-dc0f0c51ca82" providerId="ADAL" clId="{244554B2-CF16-7B4E-B93E-BE0F5C9847D0}" dt="2025-07-16T21:36:37.588" v="1534" actId="1076"/>
          <ac:picMkLst>
            <pc:docMk/>
            <pc:sldMk cId="157197410" sldId="312"/>
            <ac:picMk id="7" creationId="{5012EBA5-39D8-7F5F-DA0D-DF4A0852D696}"/>
          </ac:picMkLst>
        </pc:picChg>
        <pc:picChg chg="del">
          <ac:chgData name="Omokayode, John" userId="6449cd0f-ca15-444d-85df-dc0f0c51ca82" providerId="ADAL" clId="{244554B2-CF16-7B4E-B93E-BE0F5C9847D0}" dt="2025-07-16T21:35:59.314" v="1527" actId="478"/>
          <ac:picMkLst>
            <pc:docMk/>
            <pc:sldMk cId="157197410" sldId="312"/>
            <ac:picMk id="8" creationId="{0D078794-76B3-7F17-36B6-C22346160B57}"/>
          </ac:picMkLst>
        </pc:picChg>
        <pc:picChg chg="add mod">
          <ac:chgData name="Omokayode, John" userId="6449cd0f-ca15-444d-85df-dc0f0c51ca82" providerId="ADAL" clId="{244554B2-CF16-7B4E-B93E-BE0F5C9847D0}" dt="2025-07-16T21:58:59.174" v="1616" actId="1076"/>
          <ac:picMkLst>
            <pc:docMk/>
            <pc:sldMk cId="157197410" sldId="312"/>
            <ac:picMk id="9" creationId="{9568041B-59B6-839A-D606-8FB8007A9905}"/>
          </ac:picMkLst>
        </pc:picChg>
      </pc:sldChg>
      <pc:sldChg chg="addSp delSp modSp add mod">
        <pc:chgData name="Omokayode, John" userId="6449cd0f-ca15-444d-85df-dc0f0c51ca82" providerId="ADAL" clId="{244554B2-CF16-7B4E-B93E-BE0F5C9847D0}" dt="2025-07-16T22:28:38.323" v="2245" actId="20577"/>
        <pc:sldMkLst>
          <pc:docMk/>
          <pc:sldMk cId="1446431182" sldId="313"/>
        </pc:sldMkLst>
        <pc:spChg chg="mod">
          <ac:chgData name="Omokayode, John" userId="6449cd0f-ca15-444d-85df-dc0f0c51ca82" providerId="ADAL" clId="{244554B2-CF16-7B4E-B93E-BE0F5C9847D0}" dt="2025-07-16T22:22:17.235" v="2109" actId="20577"/>
          <ac:spMkLst>
            <pc:docMk/>
            <pc:sldMk cId="1446431182" sldId="313"/>
            <ac:spMk id="2" creationId="{EB3C1EBE-8E69-09AD-6E73-1DDA949BD75B}"/>
          </ac:spMkLst>
        </pc:spChg>
        <pc:spChg chg="mod">
          <ac:chgData name="Omokayode, John" userId="6449cd0f-ca15-444d-85df-dc0f0c51ca82" providerId="ADAL" clId="{244554B2-CF16-7B4E-B93E-BE0F5C9847D0}" dt="2025-07-16T22:28:38.323" v="2245" actId="20577"/>
          <ac:spMkLst>
            <pc:docMk/>
            <pc:sldMk cId="1446431182" sldId="313"/>
            <ac:spMk id="4" creationId="{756B7BBF-CC62-E0F6-78C3-A3E400B8BF55}"/>
          </ac:spMkLst>
        </pc:spChg>
        <pc:spChg chg="add del mod">
          <ac:chgData name="Omokayode, John" userId="6449cd0f-ca15-444d-85df-dc0f0c51ca82" providerId="ADAL" clId="{244554B2-CF16-7B4E-B93E-BE0F5C9847D0}" dt="2025-07-16T22:01:02.188" v="1689"/>
          <ac:spMkLst>
            <pc:docMk/>
            <pc:sldMk cId="1446431182" sldId="313"/>
            <ac:spMk id="6" creationId="{B9857065-6425-4C85-1AED-1A7EC11B7057}"/>
          </ac:spMkLst>
        </pc:spChg>
        <pc:spChg chg="del mod">
          <ac:chgData name="Omokayode, John" userId="6449cd0f-ca15-444d-85df-dc0f0c51ca82" providerId="ADAL" clId="{244554B2-CF16-7B4E-B93E-BE0F5C9847D0}" dt="2025-07-16T22:01:06.813" v="1692" actId="478"/>
          <ac:spMkLst>
            <pc:docMk/>
            <pc:sldMk cId="1446431182" sldId="313"/>
            <ac:spMk id="10" creationId="{49DC5840-1C00-ABFE-4FC2-4F32D6D05C7F}"/>
          </ac:spMkLst>
        </pc:spChg>
        <pc:spChg chg="add mod">
          <ac:chgData name="Omokayode, John" userId="6449cd0f-ca15-444d-85df-dc0f0c51ca82" providerId="ADAL" clId="{244554B2-CF16-7B4E-B93E-BE0F5C9847D0}" dt="2025-07-16T22:23:49.991" v="2113" actId="20577"/>
          <ac:spMkLst>
            <pc:docMk/>
            <pc:sldMk cId="1446431182" sldId="313"/>
            <ac:spMk id="12" creationId="{752E16CB-F0D6-62C8-9AF7-A91E4034CFFB}"/>
          </ac:spMkLst>
        </pc:spChg>
        <pc:spChg chg="add del mod">
          <ac:chgData name="Omokayode, John" userId="6449cd0f-ca15-444d-85df-dc0f0c51ca82" providerId="ADAL" clId="{244554B2-CF16-7B4E-B93E-BE0F5C9847D0}" dt="2025-07-16T22:18:14.896" v="2023"/>
          <ac:spMkLst>
            <pc:docMk/>
            <pc:sldMk cId="1446431182" sldId="313"/>
            <ac:spMk id="14" creationId="{51CB3E6D-B981-4171-9717-81C540E6C873}"/>
          </ac:spMkLst>
        </pc:spChg>
        <pc:picChg chg="add del mod">
          <ac:chgData name="Omokayode, John" userId="6449cd0f-ca15-444d-85df-dc0f0c51ca82" providerId="ADAL" clId="{244554B2-CF16-7B4E-B93E-BE0F5C9847D0}" dt="2025-07-16T22:01:01.059" v="1688" actId="21"/>
          <ac:picMkLst>
            <pc:docMk/>
            <pc:sldMk cId="1446431182" sldId="313"/>
            <ac:picMk id="3" creationId="{BBB8FAFD-A394-8631-CCD8-9551C126B6A2}"/>
          </ac:picMkLst>
        </pc:picChg>
        <pc:picChg chg="del">
          <ac:chgData name="Omokayode, John" userId="6449cd0f-ca15-444d-85df-dc0f0c51ca82" providerId="ADAL" clId="{244554B2-CF16-7B4E-B93E-BE0F5C9847D0}" dt="2025-07-16T22:00:58.579" v="1687" actId="478"/>
          <ac:picMkLst>
            <pc:docMk/>
            <pc:sldMk cId="1446431182" sldId="313"/>
            <ac:picMk id="7" creationId="{9C69FA06-CBAC-4B3F-60E1-D6798D2B556F}"/>
          </ac:picMkLst>
        </pc:picChg>
        <pc:picChg chg="add del mod">
          <ac:chgData name="Omokayode, John" userId="6449cd0f-ca15-444d-85df-dc0f0c51ca82" providerId="ADAL" clId="{244554B2-CF16-7B4E-B93E-BE0F5C9847D0}" dt="2025-07-16T22:18:13.534" v="2022" actId="478"/>
          <ac:picMkLst>
            <pc:docMk/>
            <pc:sldMk cId="1446431182" sldId="313"/>
            <ac:picMk id="8" creationId="{BBE0F6E8-A8C8-9C48-27A9-BC5CAF887F27}"/>
          </ac:picMkLst>
        </pc:picChg>
        <pc:picChg chg="del">
          <ac:chgData name="Omokayode, John" userId="6449cd0f-ca15-444d-85df-dc0f0c51ca82" providerId="ADAL" clId="{244554B2-CF16-7B4E-B93E-BE0F5C9847D0}" dt="2025-07-16T22:00:07.513" v="1682" actId="478"/>
          <ac:picMkLst>
            <pc:docMk/>
            <pc:sldMk cId="1446431182" sldId="313"/>
            <ac:picMk id="9" creationId="{3B6BC545-9EA6-7338-F150-355783C87F46}"/>
          </ac:picMkLst>
        </pc:picChg>
        <pc:picChg chg="add mod">
          <ac:chgData name="Omokayode, John" userId="6449cd0f-ca15-444d-85df-dc0f0c51ca82" providerId="ADAL" clId="{244554B2-CF16-7B4E-B93E-BE0F5C9847D0}" dt="2025-07-16T22:18:16.300" v="2024" actId="1076"/>
          <ac:picMkLst>
            <pc:docMk/>
            <pc:sldMk cId="1446431182" sldId="313"/>
            <ac:picMk id="15" creationId="{BB1DF1DE-61D6-164D-ABD4-4D00D2697884}"/>
          </ac:picMkLst>
        </pc:picChg>
      </pc:sldChg>
      <pc:sldChg chg="addSp delSp modSp add mod modShow">
        <pc:chgData name="Omokayode, John" userId="6449cd0f-ca15-444d-85df-dc0f0c51ca82" providerId="ADAL" clId="{244554B2-CF16-7B4E-B93E-BE0F5C9847D0}" dt="2025-07-16T22:29:25.776" v="2250" actId="729"/>
        <pc:sldMkLst>
          <pc:docMk/>
          <pc:sldMk cId="1761053638" sldId="314"/>
        </pc:sldMkLst>
        <pc:spChg chg="add del mod">
          <ac:chgData name="Omokayode, John" userId="6449cd0f-ca15-444d-85df-dc0f0c51ca82" providerId="ADAL" clId="{244554B2-CF16-7B4E-B93E-BE0F5C9847D0}" dt="2025-07-16T22:23:37.697" v="2111" actId="478"/>
          <ac:spMkLst>
            <pc:docMk/>
            <pc:sldMk cId="1761053638" sldId="314"/>
            <ac:spMk id="5" creationId="{C6ECCECC-A474-C0D9-50C9-683208B9E7E3}"/>
          </ac:spMkLst>
        </pc:spChg>
        <pc:picChg chg="add del">
          <ac:chgData name="Omokayode, John" userId="6449cd0f-ca15-444d-85df-dc0f0c51ca82" providerId="ADAL" clId="{244554B2-CF16-7B4E-B93E-BE0F5C9847D0}" dt="2025-07-16T22:23:37.697" v="2111" actId="478"/>
          <ac:picMkLst>
            <pc:docMk/>
            <pc:sldMk cId="1761053638" sldId="314"/>
            <ac:picMk id="8" creationId="{D597207A-E356-266F-DA0D-9007D7E6C496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AA5488-049C-4429-A879-9383A8A05D25}" type="doc">
      <dgm:prSet loTypeId="urn:microsoft.com/office/officeart/2005/8/layout/matrix2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B3F718F-7AFA-4C12-80F6-B41B99F73265}">
      <dgm:prSet/>
      <dgm:spPr/>
      <dgm:t>
        <a:bodyPr/>
        <a:lstStyle/>
        <a:p>
          <a:r>
            <a:rPr lang="en-US"/>
            <a:t>Tell us how you want us to call you</a:t>
          </a:r>
        </a:p>
      </dgm:t>
    </dgm:pt>
    <dgm:pt modelId="{C316C87E-0DDB-415C-87BF-47DB5B2CB67F}" type="parTrans" cxnId="{F5A6A420-11D8-4E02-85D5-4A09772124A2}">
      <dgm:prSet/>
      <dgm:spPr/>
      <dgm:t>
        <a:bodyPr/>
        <a:lstStyle/>
        <a:p>
          <a:endParaRPr lang="en-US" sz="2000"/>
        </a:p>
      </dgm:t>
    </dgm:pt>
    <dgm:pt modelId="{35CC98AD-5210-4B80-B1EB-82A944DE4F7C}" type="sibTrans" cxnId="{F5A6A420-11D8-4E02-85D5-4A09772124A2}">
      <dgm:prSet/>
      <dgm:spPr/>
      <dgm:t>
        <a:bodyPr/>
        <a:lstStyle/>
        <a:p>
          <a:endParaRPr lang="en-US"/>
        </a:p>
      </dgm:t>
    </dgm:pt>
    <dgm:pt modelId="{9B2F1EFC-B3AC-4C01-A5DE-CC149112B743}">
      <dgm:prSet/>
      <dgm:spPr/>
      <dgm:t>
        <a:bodyPr/>
        <a:lstStyle/>
        <a:p>
          <a:r>
            <a:rPr lang="en-US"/>
            <a:t>Tell us something – other than which school or grade you are in – about yourself. Maybe …</a:t>
          </a:r>
        </a:p>
      </dgm:t>
    </dgm:pt>
    <dgm:pt modelId="{03075A0E-CB84-4F7C-9AEF-B2A8EED4943E}" type="parTrans" cxnId="{09671AB1-8098-40AA-A2F0-6640A73D00F0}">
      <dgm:prSet/>
      <dgm:spPr/>
      <dgm:t>
        <a:bodyPr/>
        <a:lstStyle/>
        <a:p>
          <a:endParaRPr lang="en-US" sz="2000"/>
        </a:p>
      </dgm:t>
    </dgm:pt>
    <dgm:pt modelId="{356CEC56-6ADD-47F5-83E0-E8B1CE8D409F}" type="sibTrans" cxnId="{09671AB1-8098-40AA-A2F0-6640A73D00F0}">
      <dgm:prSet/>
      <dgm:spPr/>
      <dgm:t>
        <a:bodyPr/>
        <a:lstStyle/>
        <a:p>
          <a:endParaRPr lang="en-US"/>
        </a:p>
      </dgm:t>
    </dgm:pt>
    <dgm:pt modelId="{44BF2121-B1E0-4A66-9845-6BD0BB23CB7E}">
      <dgm:prSet/>
      <dgm:spPr/>
      <dgm:t>
        <a:bodyPr/>
        <a:lstStyle/>
        <a:p>
          <a:r>
            <a:rPr lang="en-US"/>
            <a:t>some interesting facts</a:t>
          </a:r>
        </a:p>
      </dgm:t>
    </dgm:pt>
    <dgm:pt modelId="{4812BDD9-7515-4FF9-9B33-F75D8709C34E}" type="parTrans" cxnId="{25463A15-4C16-44A3-AB80-32E3B2029943}">
      <dgm:prSet/>
      <dgm:spPr/>
      <dgm:t>
        <a:bodyPr/>
        <a:lstStyle/>
        <a:p>
          <a:endParaRPr lang="en-US" sz="2000"/>
        </a:p>
      </dgm:t>
    </dgm:pt>
    <dgm:pt modelId="{1D5E2C14-3E8C-4387-9EDB-618B9BB29F33}" type="sibTrans" cxnId="{25463A15-4C16-44A3-AB80-32E3B2029943}">
      <dgm:prSet/>
      <dgm:spPr/>
      <dgm:t>
        <a:bodyPr/>
        <a:lstStyle/>
        <a:p>
          <a:endParaRPr lang="en-US"/>
        </a:p>
      </dgm:t>
    </dgm:pt>
    <dgm:pt modelId="{B7257E1E-CBB7-4B4D-91DC-DDA5F5067569}">
      <dgm:prSet/>
      <dgm:spPr/>
      <dgm:t>
        <a:bodyPr/>
        <a:lstStyle/>
        <a:p>
          <a:r>
            <a:rPr lang="en-US"/>
            <a:t>what you did this summer</a:t>
          </a:r>
        </a:p>
      </dgm:t>
    </dgm:pt>
    <dgm:pt modelId="{BE56D519-1B1A-404C-B147-D616C3547AE8}" type="parTrans" cxnId="{8E3441D3-0416-4F3E-8B32-D5BF56AE73E5}">
      <dgm:prSet/>
      <dgm:spPr/>
      <dgm:t>
        <a:bodyPr/>
        <a:lstStyle/>
        <a:p>
          <a:endParaRPr lang="en-US" sz="2000"/>
        </a:p>
      </dgm:t>
    </dgm:pt>
    <dgm:pt modelId="{2015B9F6-CB0D-410F-A230-FCE06B503CBE}" type="sibTrans" cxnId="{8E3441D3-0416-4F3E-8B32-D5BF56AE73E5}">
      <dgm:prSet/>
      <dgm:spPr/>
      <dgm:t>
        <a:bodyPr/>
        <a:lstStyle/>
        <a:p>
          <a:endParaRPr lang="en-US"/>
        </a:p>
      </dgm:t>
    </dgm:pt>
    <dgm:pt modelId="{10E4E52C-EA43-4D98-A005-AA572A207032}">
      <dgm:prSet/>
      <dgm:spPr/>
      <dgm:t>
        <a:bodyPr/>
        <a:lstStyle/>
        <a:p>
          <a:r>
            <a:rPr lang="en-US"/>
            <a:t>what’s your favorite food</a:t>
          </a:r>
        </a:p>
      </dgm:t>
    </dgm:pt>
    <dgm:pt modelId="{04A5B212-41FD-41CE-BC6E-FBFA01E70848}" type="parTrans" cxnId="{8AD4A6B7-D5BD-4596-8E12-20D166186B9B}">
      <dgm:prSet/>
      <dgm:spPr/>
      <dgm:t>
        <a:bodyPr/>
        <a:lstStyle/>
        <a:p>
          <a:endParaRPr lang="en-US" sz="2000"/>
        </a:p>
      </dgm:t>
    </dgm:pt>
    <dgm:pt modelId="{1F50C933-C519-4EE0-B8CE-4003FE109B5C}" type="sibTrans" cxnId="{8AD4A6B7-D5BD-4596-8E12-20D166186B9B}">
      <dgm:prSet/>
      <dgm:spPr/>
      <dgm:t>
        <a:bodyPr/>
        <a:lstStyle/>
        <a:p>
          <a:endParaRPr lang="en-US"/>
        </a:p>
      </dgm:t>
    </dgm:pt>
    <dgm:pt modelId="{9F41C82A-9815-40DC-A98A-DCB5F45CECC8}">
      <dgm:prSet/>
      <dgm:spPr/>
      <dgm:t>
        <a:bodyPr/>
        <a:lstStyle/>
        <a:p>
          <a:r>
            <a:rPr lang="en-US"/>
            <a:t>something else, altogether!</a:t>
          </a:r>
        </a:p>
      </dgm:t>
    </dgm:pt>
    <dgm:pt modelId="{72B1410A-9948-4D3D-B80D-94CDC2937A6C}" type="parTrans" cxnId="{3D63F21A-2616-4B03-A338-882742F28AE3}">
      <dgm:prSet/>
      <dgm:spPr/>
      <dgm:t>
        <a:bodyPr/>
        <a:lstStyle/>
        <a:p>
          <a:endParaRPr lang="en-US" sz="2000"/>
        </a:p>
      </dgm:t>
    </dgm:pt>
    <dgm:pt modelId="{06B8FA3F-36DF-4E53-AAB1-1768CEBB5E64}" type="sibTrans" cxnId="{3D63F21A-2616-4B03-A338-882742F28AE3}">
      <dgm:prSet/>
      <dgm:spPr/>
      <dgm:t>
        <a:bodyPr/>
        <a:lstStyle/>
        <a:p>
          <a:endParaRPr lang="en-US"/>
        </a:p>
      </dgm:t>
    </dgm:pt>
    <dgm:pt modelId="{AAFBCE9B-7E0E-4692-821B-3FE9484ED8A2}">
      <dgm:prSet/>
      <dgm:spPr/>
      <dgm:t>
        <a:bodyPr/>
        <a:lstStyle/>
        <a:p>
          <a:r>
            <a:rPr lang="en-US" dirty="0"/>
            <a:t>Tell us of </a:t>
          </a:r>
          <a:r>
            <a:rPr lang="en-US" b="1" dirty="0"/>
            <a:t>two things</a:t>
          </a:r>
          <a:r>
            <a:rPr lang="en-US" dirty="0"/>
            <a:t> that start with the letter you received. </a:t>
          </a:r>
        </a:p>
        <a:p>
          <a:r>
            <a:rPr lang="en-US" dirty="0"/>
            <a:t>And, </a:t>
          </a:r>
          <a:r>
            <a:rPr lang="en-US" i="1" dirty="0"/>
            <a:t>if you can and you’re comfortable</a:t>
          </a:r>
          <a:r>
            <a:rPr lang="en-US" dirty="0"/>
            <a:t>, tell us why these two words popped up in your head?  </a:t>
          </a:r>
        </a:p>
      </dgm:t>
    </dgm:pt>
    <dgm:pt modelId="{4A4A6486-D306-4356-97CF-236359FF9E8B}" type="parTrans" cxnId="{06B018EF-42A2-45E1-B284-02B07C2A2CAC}">
      <dgm:prSet/>
      <dgm:spPr/>
      <dgm:t>
        <a:bodyPr/>
        <a:lstStyle/>
        <a:p>
          <a:endParaRPr lang="en-US" sz="2000"/>
        </a:p>
      </dgm:t>
    </dgm:pt>
    <dgm:pt modelId="{2B3C5889-F091-41C7-9BAB-1C9E0B2EC196}" type="sibTrans" cxnId="{06B018EF-42A2-45E1-B284-02B07C2A2CAC}">
      <dgm:prSet/>
      <dgm:spPr/>
      <dgm:t>
        <a:bodyPr/>
        <a:lstStyle/>
        <a:p>
          <a:endParaRPr lang="en-US"/>
        </a:p>
      </dgm:t>
    </dgm:pt>
    <dgm:pt modelId="{FA715735-5403-4C34-9B90-1647789486D5}">
      <dgm:prSet/>
      <dgm:spPr/>
      <dgm:t>
        <a:bodyPr/>
        <a:lstStyle/>
        <a:p>
          <a:r>
            <a:rPr lang="en-US"/>
            <a:t>Ask me something – anything!</a:t>
          </a:r>
        </a:p>
      </dgm:t>
    </dgm:pt>
    <dgm:pt modelId="{8E9C3955-DDB8-4F17-A084-C37CD99BDD9D}" type="parTrans" cxnId="{1D205814-D825-48B5-A256-2C6CA7519ED3}">
      <dgm:prSet/>
      <dgm:spPr/>
      <dgm:t>
        <a:bodyPr/>
        <a:lstStyle/>
        <a:p>
          <a:endParaRPr lang="en-US" sz="2000"/>
        </a:p>
      </dgm:t>
    </dgm:pt>
    <dgm:pt modelId="{3220FAFB-85AC-476A-8B84-B8977F47B420}" type="sibTrans" cxnId="{1D205814-D825-48B5-A256-2C6CA7519ED3}">
      <dgm:prSet/>
      <dgm:spPr/>
      <dgm:t>
        <a:bodyPr/>
        <a:lstStyle/>
        <a:p>
          <a:endParaRPr lang="en-US"/>
        </a:p>
      </dgm:t>
    </dgm:pt>
    <dgm:pt modelId="{689C18C2-C111-1A45-84A1-6C077AB0B873}" type="pres">
      <dgm:prSet presAssocID="{18AA5488-049C-4429-A879-9383A8A05D25}" presName="matrix" presStyleCnt="0">
        <dgm:presLayoutVars>
          <dgm:chMax val="1"/>
          <dgm:dir/>
          <dgm:resizeHandles val="exact"/>
        </dgm:presLayoutVars>
      </dgm:prSet>
      <dgm:spPr/>
    </dgm:pt>
    <dgm:pt modelId="{782E90D2-E3DF-354E-AF41-320EDE731437}" type="pres">
      <dgm:prSet presAssocID="{18AA5488-049C-4429-A879-9383A8A05D25}" presName="axisShape" presStyleLbl="bgShp" presStyleIdx="0" presStyleCnt="1"/>
      <dgm:spPr/>
    </dgm:pt>
    <dgm:pt modelId="{1912EE16-28C4-F243-A853-5D03EC5E2146}" type="pres">
      <dgm:prSet presAssocID="{18AA5488-049C-4429-A879-9383A8A05D25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0D971A9-6406-3349-B421-E23FFE476A6A}" type="pres">
      <dgm:prSet presAssocID="{18AA5488-049C-4429-A879-9383A8A05D25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1BA07CB-A522-8042-930D-16C48EBEF9DA}" type="pres">
      <dgm:prSet presAssocID="{18AA5488-049C-4429-A879-9383A8A05D25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FE5AD0-C3E8-2546-B811-B87A78739A8E}" type="pres">
      <dgm:prSet presAssocID="{18AA5488-049C-4429-A879-9383A8A05D25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D205814-D825-48B5-A256-2C6CA7519ED3}" srcId="{18AA5488-049C-4429-A879-9383A8A05D25}" destId="{FA715735-5403-4C34-9B90-1647789486D5}" srcOrd="3" destOrd="0" parTransId="{8E9C3955-DDB8-4F17-A084-C37CD99BDD9D}" sibTransId="{3220FAFB-85AC-476A-8B84-B8977F47B420}"/>
    <dgm:cxn modelId="{25463A15-4C16-44A3-AB80-32E3B2029943}" srcId="{9B2F1EFC-B3AC-4C01-A5DE-CC149112B743}" destId="{44BF2121-B1E0-4A66-9845-6BD0BB23CB7E}" srcOrd="0" destOrd="0" parTransId="{4812BDD9-7515-4FF9-9B33-F75D8709C34E}" sibTransId="{1D5E2C14-3E8C-4387-9EDB-618B9BB29F33}"/>
    <dgm:cxn modelId="{3D63F21A-2616-4B03-A338-882742F28AE3}" srcId="{9B2F1EFC-B3AC-4C01-A5DE-CC149112B743}" destId="{9F41C82A-9815-40DC-A98A-DCB5F45CECC8}" srcOrd="3" destOrd="0" parTransId="{72B1410A-9948-4D3D-B80D-94CDC2937A6C}" sibTransId="{06B8FA3F-36DF-4E53-AAB1-1768CEBB5E64}"/>
    <dgm:cxn modelId="{4FE20B1F-0D88-0841-9B5C-CD7FB929EAFC}" type="presOf" srcId="{10E4E52C-EA43-4D98-A005-AA572A207032}" destId="{C0D971A9-6406-3349-B421-E23FFE476A6A}" srcOrd="0" destOrd="3" presId="urn:microsoft.com/office/officeart/2005/8/layout/matrix2"/>
    <dgm:cxn modelId="{F5A6A420-11D8-4E02-85D5-4A09772124A2}" srcId="{18AA5488-049C-4429-A879-9383A8A05D25}" destId="{8B3F718F-7AFA-4C12-80F6-B41B99F73265}" srcOrd="0" destOrd="0" parTransId="{C316C87E-0DDB-415C-87BF-47DB5B2CB67F}" sibTransId="{35CC98AD-5210-4B80-B1EB-82A944DE4F7C}"/>
    <dgm:cxn modelId="{7DCCC458-A690-9D4B-8081-C317964F3042}" type="presOf" srcId="{8B3F718F-7AFA-4C12-80F6-B41B99F73265}" destId="{1912EE16-28C4-F243-A853-5D03EC5E2146}" srcOrd="0" destOrd="0" presId="urn:microsoft.com/office/officeart/2005/8/layout/matrix2"/>
    <dgm:cxn modelId="{44EF8560-36AE-D54E-B986-B1C233D64EA3}" type="presOf" srcId="{18AA5488-049C-4429-A879-9383A8A05D25}" destId="{689C18C2-C111-1A45-84A1-6C077AB0B873}" srcOrd="0" destOrd="0" presId="urn:microsoft.com/office/officeart/2005/8/layout/matrix2"/>
    <dgm:cxn modelId="{E3825E64-25FF-3441-AFFA-7CC4B410FF95}" type="presOf" srcId="{AAFBCE9B-7E0E-4692-821B-3FE9484ED8A2}" destId="{71BA07CB-A522-8042-930D-16C48EBEF9DA}" srcOrd="0" destOrd="0" presId="urn:microsoft.com/office/officeart/2005/8/layout/matrix2"/>
    <dgm:cxn modelId="{2A5A0A90-B182-A14C-9E44-B76F7F48B29C}" type="presOf" srcId="{9B2F1EFC-B3AC-4C01-A5DE-CC149112B743}" destId="{C0D971A9-6406-3349-B421-E23FFE476A6A}" srcOrd="0" destOrd="0" presId="urn:microsoft.com/office/officeart/2005/8/layout/matrix2"/>
    <dgm:cxn modelId="{09671AB1-8098-40AA-A2F0-6640A73D00F0}" srcId="{18AA5488-049C-4429-A879-9383A8A05D25}" destId="{9B2F1EFC-B3AC-4C01-A5DE-CC149112B743}" srcOrd="1" destOrd="0" parTransId="{03075A0E-CB84-4F7C-9AEF-B2A8EED4943E}" sibTransId="{356CEC56-6ADD-47F5-83E0-E8B1CE8D409F}"/>
    <dgm:cxn modelId="{8AD4A6B7-D5BD-4596-8E12-20D166186B9B}" srcId="{9B2F1EFC-B3AC-4C01-A5DE-CC149112B743}" destId="{10E4E52C-EA43-4D98-A005-AA572A207032}" srcOrd="2" destOrd="0" parTransId="{04A5B212-41FD-41CE-BC6E-FBFA01E70848}" sibTransId="{1F50C933-C519-4EE0-B8CE-4003FE109B5C}"/>
    <dgm:cxn modelId="{3D29EBC5-3E97-D349-8852-17CACE285E08}" type="presOf" srcId="{FA715735-5403-4C34-9B90-1647789486D5}" destId="{47FE5AD0-C3E8-2546-B811-B87A78739A8E}" srcOrd="0" destOrd="0" presId="urn:microsoft.com/office/officeart/2005/8/layout/matrix2"/>
    <dgm:cxn modelId="{8E3441D3-0416-4F3E-8B32-D5BF56AE73E5}" srcId="{9B2F1EFC-B3AC-4C01-A5DE-CC149112B743}" destId="{B7257E1E-CBB7-4B4D-91DC-DDA5F5067569}" srcOrd="1" destOrd="0" parTransId="{BE56D519-1B1A-404C-B147-D616C3547AE8}" sibTransId="{2015B9F6-CB0D-410F-A230-FCE06B503CBE}"/>
    <dgm:cxn modelId="{F13E58D7-DD02-3341-B7E5-C44EB2A5EE40}" type="presOf" srcId="{44BF2121-B1E0-4A66-9845-6BD0BB23CB7E}" destId="{C0D971A9-6406-3349-B421-E23FFE476A6A}" srcOrd="0" destOrd="1" presId="urn:microsoft.com/office/officeart/2005/8/layout/matrix2"/>
    <dgm:cxn modelId="{1F44BEE2-F97F-564B-AAC5-447C3C83618D}" type="presOf" srcId="{9F41C82A-9815-40DC-A98A-DCB5F45CECC8}" destId="{C0D971A9-6406-3349-B421-E23FFE476A6A}" srcOrd="0" destOrd="4" presId="urn:microsoft.com/office/officeart/2005/8/layout/matrix2"/>
    <dgm:cxn modelId="{06B018EF-42A2-45E1-B284-02B07C2A2CAC}" srcId="{18AA5488-049C-4429-A879-9383A8A05D25}" destId="{AAFBCE9B-7E0E-4692-821B-3FE9484ED8A2}" srcOrd="2" destOrd="0" parTransId="{4A4A6486-D306-4356-97CF-236359FF9E8B}" sibTransId="{2B3C5889-F091-41C7-9BAB-1C9E0B2EC196}"/>
    <dgm:cxn modelId="{96962DF0-57DA-E540-92DE-64BF290D58A5}" type="presOf" srcId="{B7257E1E-CBB7-4B4D-91DC-DDA5F5067569}" destId="{C0D971A9-6406-3349-B421-E23FFE476A6A}" srcOrd="0" destOrd="2" presId="urn:microsoft.com/office/officeart/2005/8/layout/matrix2"/>
    <dgm:cxn modelId="{80ED0101-C018-8C45-8C37-B8CF14C45456}" type="presParOf" srcId="{689C18C2-C111-1A45-84A1-6C077AB0B873}" destId="{782E90D2-E3DF-354E-AF41-320EDE731437}" srcOrd="0" destOrd="0" presId="urn:microsoft.com/office/officeart/2005/8/layout/matrix2"/>
    <dgm:cxn modelId="{732C48BC-6550-1646-A855-191235F9417E}" type="presParOf" srcId="{689C18C2-C111-1A45-84A1-6C077AB0B873}" destId="{1912EE16-28C4-F243-A853-5D03EC5E2146}" srcOrd="1" destOrd="0" presId="urn:microsoft.com/office/officeart/2005/8/layout/matrix2"/>
    <dgm:cxn modelId="{2CC13DE1-56FD-C040-8E6C-DF83B97C181A}" type="presParOf" srcId="{689C18C2-C111-1A45-84A1-6C077AB0B873}" destId="{C0D971A9-6406-3349-B421-E23FFE476A6A}" srcOrd="2" destOrd="0" presId="urn:microsoft.com/office/officeart/2005/8/layout/matrix2"/>
    <dgm:cxn modelId="{F515231B-FD6E-4340-A0AF-D91B709B1000}" type="presParOf" srcId="{689C18C2-C111-1A45-84A1-6C077AB0B873}" destId="{71BA07CB-A522-8042-930D-16C48EBEF9DA}" srcOrd="3" destOrd="0" presId="urn:microsoft.com/office/officeart/2005/8/layout/matrix2"/>
    <dgm:cxn modelId="{3286AAF3-53C4-6343-87A8-76353F1324E7}" type="presParOf" srcId="{689C18C2-C111-1A45-84A1-6C077AB0B873}" destId="{47FE5AD0-C3E8-2546-B811-B87A78739A8E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03E325-35F0-4854-90B8-D68E5200607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2E8F65-3C48-4A18-B1A3-29AEFF3B9F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Share your experience with installation or attempt to write some new Python code in the forum</a:t>
          </a:r>
        </a:p>
      </dgm:t>
    </dgm:pt>
    <dgm:pt modelId="{CB3214CB-A6E6-428F-9940-55D344C5C975}" type="parTrans" cxnId="{C019973C-EFC1-4517-9471-AF7041779C95}">
      <dgm:prSet/>
      <dgm:spPr/>
      <dgm:t>
        <a:bodyPr/>
        <a:lstStyle/>
        <a:p>
          <a:endParaRPr lang="en-US"/>
        </a:p>
      </dgm:t>
    </dgm:pt>
    <dgm:pt modelId="{21140999-8726-4667-9F6B-E966347185C9}" type="sibTrans" cxnId="{C019973C-EFC1-4517-9471-AF7041779C95}">
      <dgm:prSet/>
      <dgm:spPr/>
      <dgm:t>
        <a:bodyPr/>
        <a:lstStyle/>
        <a:p>
          <a:endParaRPr lang="en-US"/>
        </a:p>
      </dgm:t>
    </dgm:pt>
    <dgm:pt modelId="{D6CE4898-C104-416B-82FA-E65028A9ED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Tomorrow we will delve into the structure of Python codes</a:t>
          </a:r>
        </a:p>
      </dgm:t>
    </dgm:pt>
    <dgm:pt modelId="{3F00E4B1-838F-4534-A58F-A05A6FD01DEF}" type="parTrans" cxnId="{7FA8BD5F-BDC6-4F1E-8406-4A5C683521E3}">
      <dgm:prSet/>
      <dgm:spPr/>
      <dgm:t>
        <a:bodyPr/>
        <a:lstStyle/>
        <a:p>
          <a:endParaRPr lang="en-US"/>
        </a:p>
      </dgm:t>
    </dgm:pt>
    <dgm:pt modelId="{B75F0E79-3168-4BE7-85A8-918BB280A5A0}" type="sibTrans" cxnId="{7FA8BD5F-BDC6-4F1E-8406-4A5C683521E3}">
      <dgm:prSet/>
      <dgm:spPr/>
      <dgm:t>
        <a:bodyPr/>
        <a:lstStyle/>
        <a:p>
          <a:endParaRPr lang="en-US"/>
        </a:p>
      </dgm:t>
    </dgm:pt>
    <dgm:pt modelId="{358F6F8D-EC97-45BF-B4DB-D1BEE165B9A1}" type="pres">
      <dgm:prSet presAssocID="{E003E325-35F0-4854-90B8-D68E52006078}" presName="root" presStyleCnt="0">
        <dgm:presLayoutVars>
          <dgm:dir/>
          <dgm:resizeHandles val="exact"/>
        </dgm:presLayoutVars>
      </dgm:prSet>
      <dgm:spPr/>
    </dgm:pt>
    <dgm:pt modelId="{6BFBE2E7-E90E-4EE3-91C5-DD36810ABA3E}" type="pres">
      <dgm:prSet presAssocID="{982E8F65-3C48-4A18-B1A3-29AEFF3B9F6D}" presName="compNode" presStyleCnt="0"/>
      <dgm:spPr/>
    </dgm:pt>
    <dgm:pt modelId="{E5320534-DD3F-4524-9ED8-DC19209C77F8}" type="pres">
      <dgm:prSet presAssocID="{982E8F65-3C48-4A18-B1A3-29AEFF3B9F6D}" presName="bgRect" presStyleLbl="bgShp" presStyleIdx="0" presStyleCnt="2"/>
      <dgm:spPr/>
    </dgm:pt>
    <dgm:pt modelId="{05F581B0-9E93-463E-AED8-BC534182A93E}" type="pres">
      <dgm:prSet presAssocID="{982E8F65-3C48-4A18-B1A3-29AEFF3B9F6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B7923DF-EFD8-4269-B11E-64E2769B1AA0}" type="pres">
      <dgm:prSet presAssocID="{982E8F65-3C48-4A18-B1A3-29AEFF3B9F6D}" presName="spaceRect" presStyleCnt="0"/>
      <dgm:spPr/>
    </dgm:pt>
    <dgm:pt modelId="{27ED03A5-746E-4D81-B2B8-A48E3B60007D}" type="pres">
      <dgm:prSet presAssocID="{982E8F65-3C48-4A18-B1A3-29AEFF3B9F6D}" presName="parTx" presStyleLbl="revTx" presStyleIdx="0" presStyleCnt="2">
        <dgm:presLayoutVars>
          <dgm:chMax val="0"/>
          <dgm:chPref val="0"/>
        </dgm:presLayoutVars>
      </dgm:prSet>
      <dgm:spPr/>
    </dgm:pt>
    <dgm:pt modelId="{57E25807-3C71-4973-936D-BC7AF2C2AB38}" type="pres">
      <dgm:prSet presAssocID="{21140999-8726-4667-9F6B-E966347185C9}" presName="sibTrans" presStyleCnt="0"/>
      <dgm:spPr/>
    </dgm:pt>
    <dgm:pt modelId="{D2481923-FD73-4F87-B64D-F05A43287109}" type="pres">
      <dgm:prSet presAssocID="{D6CE4898-C104-416B-82FA-E65028A9ED9B}" presName="compNode" presStyleCnt="0"/>
      <dgm:spPr/>
    </dgm:pt>
    <dgm:pt modelId="{174356A8-0AE0-4EC0-9F6E-A090E729D724}" type="pres">
      <dgm:prSet presAssocID="{D6CE4898-C104-416B-82FA-E65028A9ED9B}" presName="bgRect" presStyleLbl="bgShp" presStyleIdx="1" presStyleCnt="2"/>
      <dgm:spPr/>
    </dgm:pt>
    <dgm:pt modelId="{44E8184F-B63E-4B56-A7FF-2BA2A5D34D8A}" type="pres">
      <dgm:prSet presAssocID="{D6CE4898-C104-416B-82FA-E65028A9ED9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3564B3A-0507-4D44-8759-00554D70FD80}" type="pres">
      <dgm:prSet presAssocID="{D6CE4898-C104-416B-82FA-E65028A9ED9B}" presName="spaceRect" presStyleCnt="0"/>
      <dgm:spPr/>
    </dgm:pt>
    <dgm:pt modelId="{5B1E91E2-4A4A-4EA7-8FEB-F00AF3F9ECE1}" type="pres">
      <dgm:prSet presAssocID="{D6CE4898-C104-416B-82FA-E65028A9ED9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019973C-EFC1-4517-9471-AF7041779C95}" srcId="{E003E325-35F0-4854-90B8-D68E52006078}" destId="{982E8F65-3C48-4A18-B1A3-29AEFF3B9F6D}" srcOrd="0" destOrd="0" parTransId="{CB3214CB-A6E6-428F-9940-55D344C5C975}" sibTransId="{21140999-8726-4667-9F6B-E966347185C9}"/>
    <dgm:cxn modelId="{7FA8BD5F-BDC6-4F1E-8406-4A5C683521E3}" srcId="{E003E325-35F0-4854-90B8-D68E52006078}" destId="{D6CE4898-C104-416B-82FA-E65028A9ED9B}" srcOrd="1" destOrd="0" parTransId="{3F00E4B1-838F-4534-A58F-A05A6FD01DEF}" sibTransId="{B75F0E79-3168-4BE7-85A8-918BB280A5A0}"/>
    <dgm:cxn modelId="{8FC61D6C-1504-46D1-8F42-6218B75AF7C9}" type="presOf" srcId="{982E8F65-3C48-4A18-B1A3-29AEFF3B9F6D}" destId="{27ED03A5-746E-4D81-B2B8-A48E3B60007D}" srcOrd="0" destOrd="0" presId="urn:microsoft.com/office/officeart/2018/2/layout/IconVerticalSolidList"/>
    <dgm:cxn modelId="{0B499579-DAFA-47A8-9E60-B5E7C803B58D}" type="presOf" srcId="{E003E325-35F0-4854-90B8-D68E52006078}" destId="{358F6F8D-EC97-45BF-B4DB-D1BEE165B9A1}" srcOrd="0" destOrd="0" presId="urn:microsoft.com/office/officeart/2018/2/layout/IconVerticalSolidList"/>
    <dgm:cxn modelId="{947A2F83-4E6F-453E-ACFA-8BABD3A57216}" type="presOf" srcId="{D6CE4898-C104-416B-82FA-E65028A9ED9B}" destId="{5B1E91E2-4A4A-4EA7-8FEB-F00AF3F9ECE1}" srcOrd="0" destOrd="0" presId="urn:microsoft.com/office/officeart/2018/2/layout/IconVerticalSolidList"/>
    <dgm:cxn modelId="{78C3BCFA-AF46-4573-B55B-7EE9F487FE85}" type="presParOf" srcId="{358F6F8D-EC97-45BF-B4DB-D1BEE165B9A1}" destId="{6BFBE2E7-E90E-4EE3-91C5-DD36810ABA3E}" srcOrd="0" destOrd="0" presId="urn:microsoft.com/office/officeart/2018/2/layout/IconVerticalSolidList"/>
    <dgm:cxn modelId="{EB727C78-0BB6-4F82-B28D-26AA7436E30E}" type="presParOf" srcId="{6BFBE2E7-E90E-4EE3-91C5-DD36810ABA3E}" destId="{E5320534-DD3F-4524-9ED8-DC19209C77F8}" srcOrd="0" destOrd="0" presId="urn:microsoft.com/office/officeart/2018/2/layout/IconVerticalSolidList"/>
    <dgm:cxn modelId="{C8F4B15A-DE78-42A0-BD27-BA53D224FE36}" type="presParOf" srcId="{6BFBE2E7-E90E-4EE3-91C5-DD36810ABA3E}" destId="{05F581B0-9E93-463E-AED8-BC534182A93E}" srcOrd="1" destOrd="0" presId="urn:microsoft.com/office/officeart/2018/2/layout/IconVerticalSolidList"/>
    <dgm:cxn modelId="{7EF315A6-33D0-418E-B9F4-2FE97DE3E7FA}" type="presParOf" srcId="{6BFBE2E7-E90E-4EE3-91C5-DD36810ABA3E}" destId="{9B7923DF-EFD8-4269-B11E-64E2769B1AA0}" srcOrd="2" destOrd="0" presId="urn:microsoft.com/office/officeart/2018/2/layout/IconVerticalSolidList"/>
    <dgm:cxn modelId="{FD8B32D7-A57F-425E-91AD-51B90E9FEEFB}" type="presParOf" srcId="{6BFBE2E7-E90E-4EE3-91C5-DD36810ABA3E}" destId="{27ED03A5-746E-4D81-B2B8-A48E3B60007D}" srcOrd="3" destOrd="0" presId="urn:microsoft.com/office/officeart/2018/2/layout/IconVerticalSolidList"/>
    <dgm:cxn modelId="{6957CEAE-786A-4AF5-A0B9-CB683AFC0797}" type="presParOf" srcId="{358F6F8D-EC97-45BF-B4DB-D1BEE165B9A1}" destId="{57E25807-3C71-4973-936D-BC7AF2C2AB38}" srcOrd="1" destOrd="0" presId="urn:microsoft.com/office/officeart/2018/2/layout/IconVerticalSolidList"/>
    <dgm:cxn modelId="{E4E1D58E-96A8-4ED8-A2DD-EA49AABF9349}" type="presParOf" srcId="{358F6F8D-EC97-45BF-B4DB-D1BEE165B9A1}" destId="{D2481923-FD73-4F87-B64D-F05A43287109}" srcOrd="2" destOrd="0" presId="urn:microsoft.com/office/officeart/2018/2/layout/IconVerticalSolidList"/>
    <dgm:cxn modelId="{8837E9EB-041D-4D15-8467-10A1090A94E0}" type="presParOf" srcId="{D2481923-FD73-4F87-B64D-F05A43287109}" destId="{174356A8-0AE0-4EC0-9F6E-A090E729D724}" srcOrd="0" destOrd="0" presId="urn:microsoft.com/office/officeart/2018/2/layout/IconVerticalSolidList"/>
    <dgm:cxn modelId="{07F50EE4-5FF5-43BB-8699-29BD024EE05E}" type="presParOf" srcId="{D2481923-FD73-4F87-B64D-F05A43287109}" destId="{44E8184F-B63E-4B56-A7FF-2BA2A5D34D8A}" srcOrd="1" destOrd="0" presId="urn:microsoft.com/office/officeart/2018/2/layout/IconVerticalSolidList"/>
    <dgm:cxn modelId="{2D695706-EE73-4A8F-B5EE-B3F8F0446BC2}" type="presParOf" srcId="{D2481923-FD73-4F87-B64D-F05A43287109}" destId="{E3564B3A-0507-4D44-8759-00554D70FD80}" srcOrd="2" destOrd="0" presId="urn:microsoft.com/office/officeart/2018/2/layout/IconVerticalSolidList"/>
    <dgm:cxn modelId="{DA44711B-D094-41DC-9CA0-FF07A17EAB2C}" type="presParOf" srcId="{D2481923-FD73-4F87-B64D-F05A43287109}" destId="{5B1E91E2-4A4A-4EA7-8FEB-F00AF3F9EC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E90D2-E3DF-354E-AF41-320EDE731437}">
      <dsp:nvSpPr>
        <dsp:cNvPr id="0" name=""/>
        <dsp:cNvSpPr/>
      </dsp:nvSpPr>
      <dsp:spPr>
        <a:xfrm>
          <a:off x="379476" y="0"/>
          <a:ext cx="5504687" cy="550468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12EE16-28C4-F243-A853-5D03EC5E2146}">
      <dsp:nvSpPr>
        <dsp:cNvPr id="0" name=""/>
        <dsp:cNvSpPr/>
      </dsp:nvSpPr>
      <dsp:spPr>
        <a:xfrm>
          <a:off x="737280" y="357804"/>
          <a:ext cx="2201875" cy="22018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Tell us how you want us to call you</a:t>
          </a:r>
        </a:p>
      </dsp:txBody>
      <dsp:txXfrm>
        <a:off x="844767" y="465291"/>
        <a:ext cx="1986901" cy="1986901"/>
      </dsp:txXfrm>
    </dsp:sp>
    <dsp:sp modelId="{C0D971A9-6406-3349-B421-E23FFE476A6A}">
      <dsp:nvSpPr>
        <dsp:cNvPr id="0" name=""/>
        <dsp:cNvSpPr/>
      </dsp:nvSpPr>
      <dsp:spPr>
        <a:xfrm>
          <a:off x="3324484" y="357804"/>
          <a:ext cx="2201875" cy="2201875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Tell us something – other than which school or grade you are in – about yourself. Maybe …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some interesting facts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what you did this summer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what’s your favorite food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something else, altogether!</a:t>
          </a:r>
        </a:p>
      </dsp:txBody>
      <dsp:txXfrm>
        <a:off x="3431971" y="465291"/>
        <a:ext cx="1986901" cy="1986901"/>
      </dsp:txXfrm>
    </dsp:sp>
    <dsp:sp modelId="{71BA07CB-A522-8042-930D-16C48EBEF9DA}">
      <dsp:nvSpPr>
        <dsp:cNvPr id="0" name=""/>
        <dsp:cNvSpPr/>
      </dsp:nvSpPr>
      <dsp:spPr>
        <a:xfrm>
          <a:off x="737280" y="2945008"/>
          <a:ext cx="2201875" cy="2201875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Tell us of </a:t>
          </a:r>
          <a:r>
            <a:rPr lang="en-US" sz="1400" b="1" kern="1200" dirty="0"/>
            <a:t>two things</a:t>
          </a:r>
          <a:r>
            <a:rPr lang="en-US" sz="1400" kern="1200" dirty="0"/>
            <a:t> that start with the letter you received.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And, </a:t>
          </a:r>
          <a:r>
            <a:rPr lang="en-US" sz="1400" i="1" kern="1200" dirty="0"/>
            <a:t>if you can and you’re comfortable</a:t>
          </a:r>
          <a:r>
            <a:rPr lang="en-US" sz="1400" kern="1200" dirty="0"/>
            <a:t>, tell us why these two words popped up in your head?  </a:t>
          </a:r>
        </a:p>
      </dsp:txBody>
      <dsp:txXfrm>
        <a:off x="844767" y="3052495"/>
        <a:ext cx="1986901" cy="1986901"/>
      </dsp:txXfrm>
    </dsp:sp>
    <dsp:sp modelId="{47FE5AD0-C3E8-2546-B811-B87A78739A8E}">
      <dsp:nvSpPr>
        <dsp:cNvPr id="0" name=""/>
        <dsp:cNvSpPr/>
      </dsp:nvSpPr>
      <dsp:spPr>
        <a:xfrm>
          <a:off x="3324484" y="2945008"/>
          <a:ext cx="2201875" cy="220187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Ask me something – anything!</a:t>
          </a:r>
        </a:p>
      </dsp:txBody>
      <dsp:txXfrm>
        <a:off x="3431971" y="3052495"/>
        <a:ext cx="1986901" cy="19869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20534-DD3F-4524-9ED8-DC19209C77F8}">
      <dsp:nvSpPr>
        <dsp:cNvPr id="0" name=""/>
        <dsp:cNvSpPr/>
      </dsp:nvSpPr>
      <dsp:spPr>
        <a:xfrm>
          <a:off x="0" y="624595"/>
          <a:ext cx="4840010" cy="1153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581B0-9E93-463E-AED8-BC534182A93E}">
      <dsp:nvSpPr>
        <dsp:cNvPr id="0" name=""/>
        <dsp:cNvSpPr/>
      </dsp:nvSpPr>
      <dsp:spPr>
        <a:xfrm>
          <a:off x="348812" y="884043"/>
          <a:ext cx="634204" cy="6342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D03A5-746E-4D81-B2B8-A48E3B60007D}">
      <dsp:nvSpPr>
        <dsp:cNvPr id="0" name=""/>
        <dsp:cNvSpPr/>
      </dsp:nvSpPr>
      <dsp:spPr>
        <a:xfrm>
          <a:off x="1331830" y="624595"/>
          <a:ext cx="3508179" cy="1153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36" tIns="122036" rIns="122036" bIns="1220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Share your experience with installation or attempt to write some new Python code in the forum</a:t>
          </a:r>
        </a:p>
      </dsp:txBody>
      <dsp:txXfrm>
        <a:off x="1331830" y="624595"/>
        <a:ext cx="3508179" cy="1153099"/>
      </dsp:txXfrm>
    </dsp:sp>
    <dsp:sp modelId="{174356A8-0AE0-4EC0-9F6E-A090E729D724}">
      <dsp:nvSpPr>
        <dsp:cNvPr id="0" name=""/>
        <dsp:cNvSpPr/>
      </dsp:nvSpPr>
      <dsp:spPr>
        <a:xfrm>
          <a:off x="0" y="2065970"/>
          <a:ext cx="4840010" cy="1153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8184F-B63E-4B56-A7FF-2BA2A5D34D8A}">
      <dsp:nvSpPr>
        <dsp:cNvPr id="0" name=""/>
        <dsp:cNvSpPr/>
      </dsp:nvSpPr>
      <dsp:spPr>
        <a:xfrm>
          <a:off x="348812" y="2325417"/>
          <a:ext cx="634204" cy="6342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E91E2-4A4A-4EA7-8FEB-F00AF3F9ECE1}">
      <dsp:nvSpPr>
        <dsp:cNvPr id="0" name=""/>
        <dsp:cNvSpPr/>
      </dsp:nvSpPr>
      <dsp:spPr>
        <a:xfrm>
          <a:off x="1331830" y="2065970"/>
          <a:ext cx="3508179" cy="1153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036" tIns="122036" rIns="122036" bIns="1220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Tomorrow we will delve into the structure of Python codes</a:t>
          </a:r>
        </a:p>
      </dsp:txBody>
      <dsp:txXfrm>
        <a:off x="1331830" y="2065970"/>
        <a:ext cx="3508179" cy="1153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275FB-3023-4CE2-97CF-EB95DA1A3B15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C902E-2627-4FE6-93B9-58CFA4FB08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8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7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3D5E-A791-9A11-8312-F7E653189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F83B0-C8F6-24BE-1330-790A3A05C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3AEE-101E-7C87-0285-BC2E06E8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96C7A-74F7-CB7A-E819-23704C06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4390A-C44E-72D2-4F10-2341A75A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0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7ADA-C4A0-8EA9-8D87-3BDDD7C5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FA954-CD50-E1F9-3938-4D5D0A18E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A55E4-F64F-D15D-2A16-344B9F45B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F9C65-22F7-DBD1-21DE-E18D32B9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31B-91E6-4CFA-1A9C-93C18B08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6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4DB9-A39A-8A18-155A-4EBBBFD04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1FEA0-4433-5AB0-4623-362010FBB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C1799-571E-0ED2-5586-8790B957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99CB0-03C0-32E2-118B-7EB09D21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C00D-6DDF-A9C6-CEED-BDF859D7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D5F9-5E90-BB82-D2C6-A9B23A712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0D359-78B2-ECB4-B0FC-96043571E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8C8F3-013C-6074-61C2-F80E12818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1D96D-CA0C-A0D0-747A-CF600880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E9CAD-2C14-75E8-914A-EE0F7928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1586F-54ED-6EDE-E559-55E33121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9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A015-3AB5-4793-4FE1-BA534846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68203-CDD2-DFDF-66F7-680E52ED1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362CD-557D-FC97-1678-DCAA1B63F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E4D84-2387-C825-659F-57641419A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D5437-FB63-B4AA-8720-E5E09CFC2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E4DE48-9452-B9FC-5A6A-5CAB2C7E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9ED5F-44C0-A3E2-6A26-D16C6DEE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DA806-1ADF-6A13-37FF-E1509C6B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4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337C-24AD-C615-0A30-EB2324F3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B532B-A85E-C43F-083C-FFE81313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65BB3-40AE-04B2-0C38-2E11C64B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95CFC-AE94-200B-0F5F-5C1C6601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98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B226C-30B0-A437-A469-191E1874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67A87-BD0B-9A7D-5575-00F8D8C8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2465C-AFC6-8660-949A-E928C1D3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8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EBCE-9D8F-FA38-FB56-9412DC81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45D3-2127-1ECA-4E40-45861860F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A7366-430F-067A-02E2-2171DC863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F47AE-3AC4-4FDC-2BF6-39A34593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908AB-AB2E-155C-1714-3698B4EA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6368F-384A-65AB-4986-765DC0AE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44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F910-A8E9-9413-BE07-A5D92A43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53EB1E-6FA5-8EB7-AB4B-66AC1B96B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78FB6-B6C5-C614-885D-945F4A950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9EEE1-18FB-7FEA-A5DB-DBEB4D2E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ABC49-EC29-0E94-3051-4DDECB3B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FFE02-6995-79A1-B526-1733A45D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7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28E2-9D32-39C8-C3CB-76ABA5F6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90235-6730-A546-41E9-9FA94F211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219E4-1538-090E-CE34-8AE91CF4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2D215-E4BF-4248-CBFB-57246948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4AF24-91FE-8180-2FF1-EBC11DAB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FE56B-7CCB-2140-8118-181747D46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42CCB-B365-BC6E-0AB5-14A071284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CA28-E52C-9EA5-08A4-379BC2ED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AE11D-2FDF-3770-8008-75292FD5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A9F41-BA42-3BCC-5130-87C9AB8B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37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304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33166-2141-A296-4A51-140A24897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76E69-5DB5-20D5-B957-139FFAE07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AF613-6725-6C61-1A13-8E5BC1B7C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55C03-212C-4B92-9D0F-3BBA6F87C8FD}" type="datetimeFigureOut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8FF91-4B8F-D24E-7552-33BC3FFC4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8BCD-9942-79B5-2145-4AB4D7675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731F9-C159-4852-9A74-0BE793153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1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marketing-spring2016/chapter/reading-marketing-data-sources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Ct-lOOUqmyY?feature=oembe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research.google.com/colaboratory/faq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Colab.research.google.com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23">
            <a:extLst>
              <a:ext uri="{FF2B5EF4-FFF2-40B4-BE49-F238E27FC236}">
                <a16:creationId xmlns:a16="http://schemas.microsoft.com/office/drawing/2014/main" id="{202174D0-0EB7-40CF-8FB6-D42063B86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25">
            <a:extLst>
              <a:ext uri="{FF2B5EF4-FFF2-40B4-BE49-F238E27FC236}">
                <a16:creationId xmlns:a16="http://schemas.microsoft.com/office/drawing/2014/main" id="{70065D4F-7A1C-498E-B6ED-C1BAC28D2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Content Placeholder 4" descr="A picture containing sky, outdoor, water, lake&#10;&#10;Description automatically generated">
            <a:extLst>
              <a:ext uri="{FF2B5EF4-FFF2-40B4-BE49-F238E27FC236}">
                <a16:creationId xmlns:a16="http://schemas.microsoft.com/office/drawing/2014/main" id="{B2B959B8-7C02-4FF7-6840-A759D802AC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333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BEEDF49-B2C8-8874-4D41-8E5995DB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957665"/>
            <a:ext cx="9162288" cy="26142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Welcome!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4D94D-2EEB-F69A-3F3C-BEB0C65AA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536" y="1114380"/>
            <a:ext cx="9144000" cy="16715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  <a:effectLst/>
              </a:rPr>
              <a:t>Please sit in alphabetical order based on the letter you have received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0CEC52-6845-E829-5CDD-636C10ABD4FF}"/>
              </a:ext>
            </a:extLst>
          </p:cNvPr>
          <p:cNvSpPr txBox="1">
            <a:spLocks/>
          </p:cNvSpPr>
          <p:nvPr/>
        </p:nvSpPr>
        <p:spPr>
          <a:xfrm>
            <a:off x="2657856" y="-2"/>
            <a:ext cx="9144000" cy="8357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600">
                <a:solidFill>
                  <a:srgbClr val="FFFFFF"/>
                </a:solidFill>
              </a:rPr>
              <a:t>Code for Climate</a:t>
            </a:r>
          </a:p>
        </p:txBody>
      </p:sp>
    </p:spTree>
    <p:extLst>
      <p:ext uri="{BB962C8B-B14F-4D97-AF65-F5344CB8AC3E}">
        <p14:creationId xmlns:p14="http://schemas.microsoft.com/office/powerpoint/2010/main" val="189948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5421703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F706E-11FB-B51B-0340-47A49441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426" y="1254763"/>
            <a:ext cx="3444948" cy="2481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>
                <a:solidFill>
                  <a:srgbClr val="595959"/>
                </a:solidFill>
              </a:rPr>
              <a:t>Introductions </a:t>
            </a:r>
            <a:br>
              <a:rPr lang="en-US" sz="3200" dirty="0">
                <a:solidFill>
                  <a:srgbClr val="595959"/>
                </a:solidFill>
              </a:rPr>
            </a:br>
            <a:r>
              <a:rPr lang="en-US" sz="3200" dirty="0">
                <a:solidFill>
                  <a:srgbClr val="595959"/>
                </a:solidFill>
              </a:rPr>
              <a:t>Dr. Somesh Roy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16F026-8E9A-13C3-8F8C-92BE3148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9179" y="4046453"/>
            <a:ext cx="3083442" cy="1785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dirty="0">
                <a:solidFill>
                  <a:srgbClr val="595959"/>
                </a:solidFill>
              </a:rPr>
              <a:t>Historian of soot</a:t>
            </a:r>
          </a:p>
        </p:txBody>
      </p:sp>
      <p:pic>
        <p:nvPicPr>
          <p:cNvPr id="7" name="Picture 6" descr="A person sitting in a chair holding a cup&#10;&#10;Description automatically generated">
            <a:extLst>
              <a:ext uri="{FF2B5EF4-FFF2-40B4-BE49-F238E27FC236}">
                <a16:creationId xmlns:a16="http://schemas.microsoft.com/office/drawing/2014/main" id="{B7AD75DB-EDAF-E390-3C2B-B85DCBC1B2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9"/>
          <a:stretch>
            <a:fillRect/>
          </a:stretch>
        </p:blipFill>
        <p:spPr>
          <a:xfrm>
            <a:off x="6107503" y="685799"/>
            <a:ext cx="5410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9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9" name="Rectangle 207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57F82-9A69-0BCB-532D-A82711A9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758354"/>
            <a:ext cx="3904042" cy="60018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Introductions</a:t>
            </a:r>
            <a:br>
              <a:rPr lang="en-US" sz="1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294F2-1A05-E637-48D5-671AEA755D82}"/>
              </a:ext>
            </a:extLst>
          </p:cNvPr>
          <p:cNvSpPr txBox="1"/>
          <p:nvPr/>
        </p:nvSpPr>
        <p:spPr>
          <a:xfrm>
            <a:off x="411479" y="2918697"/>
            <a:ext cx="4443154" cy="2646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From Bangladesh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Curious to learn new things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Love  travel and photography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Gets bored quick doing repetitive things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2" name="Picture 4" descr="No photo description available.">
            <a:extLst>
              <a:ext uri="{FF2B5EF4-FFF2-40B4-BE49-F238E27FC236}">
                <a16:creationId xmlns:a16="http://schemas.microsoft.com/office/drawing/2014/main" id="{B18F0548-AEC7-10CF-5B8F-5AE64FE5D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2" r="27373" b="2186"/>
          <a:stretch/>
        </p:blipFill>
        <p:spPr bwMode="auto">
          <a:xfrm>
            <a:off x="5385816" y="854027"/>
            <a:ext cx="6440424" cy="5094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708FBC-114A-B19A-4B47-18D57990D374}"/>
              </a:ext>
            </a:extLst>
          </p:cNvPr>
          <p:cNvSpPr txBox="1"/>
          <p:nvPr/>
        </p:nvSpPr>
        <p:spPr>
          <a:xfrm>
            <a:off x="365760" y="1418062"/>
            <a:ext cx="430548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Khaled Mosharraf Mukut, PhD</a:t>
            </a:r>
            <a:br>
              <a:rPr lang="en-US" sz="1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Computational Combustion Lab (CCL)</a:t>
            </a:r>
            <a:b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Marquette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293EDE-2B5A-EB26-9915-4F0BC3DE7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Amasis MT Pro" panose="02040504050005020304" pitchFamily="18" charset="77"/>
              </a:rPr>
              <a:t>Now it’s your turn!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5291B88-24F9-F1E1-6571-23E02ADB9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5654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A20FE1-8CA1-236E-C532-7E0D72A4DD1B}"/>
              </a:ext>
            </a:extLst>
          </p:cNvPr>
          <p:cNvCxnSpPr/>
          <p:nvPr/>
        </p:nvCxnSpPr>
        <p:spPr>
          <a:xfrm>
            <a:off x="936702" y="4114800"/>
            <a:ext cx="1326996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9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0E462-7232-906F-1F8F-F96AC9C7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120A04-1A97-B344-3C56-2B08312B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Logistics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21616F-EDE9-8DA3-3262-89B9687A56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Will you have access to a computer / laptop at home?</a:t>
            </a:r>
          </a:p>
          <a:p>
            <a:r>
              <a:rPr lang="en-US" sz="2400" dirty="0"/>
              <a:t>Will you be able to do some homework each day?</a:t>
            </a:r>
          </a:p>
          <a:p>
            <a:r>
              <a:rPr lang="en-US" sz="2400" dirty="0"/>
              <a:t>Will you be able to install some stuff at the laptop/computer at home?</a:t>
            </a:r>
          </a:p>
          <a:p>
            <a:endParaRPr lang="en-US" dirty="0"/>
          </a:p>
        </p:txBody>
      </p:sp>
      <p:pic>
        <p:nvPicPr>
          <p:cNvPr id="5" name="Picture 4" descr="Electronic components on a white background">
            <a:extLst>
              <a:ext uri="{FF2B5EF4-FFF2-40B4-BE49-F238E27FC236}">
                <a16:creationId xmlns:a16="http://schemas.microsoft.com/office/drawing/2014/main" id="{B6CFD1F2-2EF2-4AD6-8F55-FAAFE93236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51" r="-2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8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11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EBBA21BF-94A5-E2A9-A8D2-030BDCE1B3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696" r="16696"/>
          <a:stretch/>
        </p:blipFill>
        <p:spPr>
          <a:xfrm>
            <a:off x="6541053" y="961175"/>
            <a:ext cx="4777381" cy="476294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6DA1-28BE-F7DA-A3F3-1058BC34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18546"/>
            <a:ext cx="52578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masis MT Pro" panose="02040504050005020304" pitchFamily="18" charset="77"/>
              </a:rPr>
              <a:t>How well do you know your computer?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C96BFEA-DC91-B3F3-CA0C-58DEB626D46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Amasis MT Pro" panose="02040504050005020304" pitchFamily="18" charset="77"/>
            </a:endParaRPr>
          </a:p>
          <a:p>
            <a:pPr marL="0" indent="0">
              <a:buNone/>
            </a:pPr>
            <a:endParaRPr lang="en-US" sz="2400" dirty="0">
              <a:latin typeface="Amasis MT Pro" panose="02040504050005020304" pitchFamily="18" charset="77"/>
            </a:endParaRPr>
          </a:p>
          <a:p>
            <a:r>
              <a:rPr lang="en-US" sz="2400" dirty="0">
                <a:latin typeface="Amasis MT Pro" panose="02040504050005020304" pitchFamily="18" charset="77"/>
              </a:rPr>
              <a:t>Can you find out the following for the laptop you are using?</a:t>
            </a:r>
          </a:p>
          <a:p>
            <a:pPr lvl="1"/>
            <a:r>
              <a:rPr lang="en-US" sz="2000" dirty="0">
                <a:latin typeface="Amasis MT Pro" panose="02040504050005020304" pitchFamily="18" charset="77"/>
              </a:rPr>
              <a:t>OS version</a:t>
            </a:r>
          </a:p>
          <a:p>
            <a:pPr lvl="1"/>
            <a:r>
              <a:rPr lang="en-US" sz="2000" dirty="0">
                <a:latin typeface="Amasis MT Pro" panose="02040504050005020304" pitchFamily="18" charset="77"/>
              </a:rPr>
              <a:t>RAM</a:t>
            </a:r>
          </a:p>
          <a:p>
            <a:pPr lvl="1"/>
            <a:r>
              <a:rPr lang="en-US" sz="2000" dirty="0">
                <a:latin typeface="Amasis MT Pro" panose="02040504050005020304" pitchFamily="18" charset="77"/>
              </a:rPr>
              <a:t>Processor type and speed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DB93E-594A-213F-3886-AD95E493933B}"/>
              </a:ext>
            </a:extLst>
          </p:cNvPr>
          <p:cNvSpPr txBox="1"/>
          <p:nvPr/>
        </p:nvSpPr>
        <p:spPr>
          <a:xfrm>
            <a:off x="6540500" y="5724525"/>
            <a:ext cx="4778375" cy="31750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r>
              <a:rPr lang="en-US" sz="1100" err="1"/>
              <a:t>ThePhoto</a:t>
            </a:r>
            <a:r>
              <a:rPr lang="en-US" sz="1100"/>
              <a:t> by </a:t>
            </a:r>
            <a:r>
              <a:rPr lang="en-US" sz="1100" err="1"/>
              <a:t>PhotoAuthor</a:t>
            </a:r>
            <a:r>
              <a:rPr lang="en-US" sz="1100"/>
              <a:t> is licensed under CCYYSA.</a:t>
            </a:r>
            <a:endParaRPr lang="en-US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670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D07A21-E14F-A59A-23C8-54C473F8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for Climate</a:t>
            </a:r>
          </a:p>
        </p:txBody>
      </p:sp>
      <p:sp>
        <p:nvSpPr>
          <p:cNvPr id="29" name="Rectangle: Rounded Corners 2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53BF0-7C47-6B7B-3089-C08E8BB90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How can we help fight climate change via coding</a:t>
            </a:r>
          </a:p>
        </p:txBody>
      </p:sp>
    </p:spTree>
    <p:extLst>
      <p:ext uri="{BB962C8B-B14F-4D97-AF65-F5344CB8AC3E}">
        <p14:creationId xmlns:p14="http://schemas.microsoft.com/office/powerpoint/2010/main" val="356293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50A3C1AB-1153-42D2-8378-34B849C1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1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85C602-7E7B-549C-4781-1AABEBA35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/>
          </a:bodyPr>
          <a:lstStyle/>
          <a:p>
            <a:r>
              <a:rPr lang="en-US" sz="4000"/>
              <a:t>Climate is a big puzzle</a:t>
            </a:r>
          </a:p>
        </p:txBody>
      </p:sp>
      <p:sp>
        <p:nvSpPr>
          <p:cNvPr id="29" name="Rectangle: Rounded Corners 1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EABE674-C45D-A611-BFDE-54E344CDC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It’s complex and multifaceted.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D3FE33-7208-23C0-6325-F34ED226D1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805" b="22718"/>
          <a:stretch/>
        </p:blipFill>
        <p:spPr>
          <a:xfrm>
            <a:off x="653869" y="299258"/>
            <a:ext cx="10884263" cy="409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0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4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DC3C8-1F0F-8486-3C06-540B3F4D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It affects our lives in many perceptible and imperceptible ways.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35BC8-93D6-4D12-0DBE-766FCD687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/>
              <a:t>Some things such as health effects can be immediate</a:t>
            </a:r>
          </a:p>
          <a:p>
            <a:r>
              <a:rPr lang="en-US" sz="1700"/>
              <a:t>Other things such as loss of biodiversity is a slow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99218-275A-E26B-5AAA-11EDE0B91B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0" t="26621" r="10215" b="13334"/>
          <a:stretch/>
        </p:blipFill>
        <p:spPr>
          <a:xfrm>
            <a:off x="5084386" y="46892"/>
            <a:ext cx="7107614" cy="67772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6FC52F-40CA-85AE-A7A8-A146A4D2A841}"/>
              </a:ext>
            </a:extLst>
          </p:cNvPr>
          <p:cNvSpPr txBox="1"/>
          <p:nvPr/>
        </p:nvSpPr>
        <p:spPr>
          <a:xfrm>
            <a:off x="1480813" y="6471738"/>
            <a:ext cx="527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https://ugc.berkeley.edu/what-is-global-change/infographic/</a:t>
            </a:r>
          </a:p>
        </p:txBody>
      </p:sp>
    </p:spTree>
    <p:extLst>
      <p:ext uri="{BB962C8B-B14F-4D97-AF65-F5344CB8AC3E}">
        <p14:creationId xmlns:p14="http://schemas.microsoft.com/office/powerpoint/2010/main" val="7928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C10C8CC-62AB-2B0B-0CD4-D1315BB6B1B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07573"/>
            </a:xfrm>
            <a:prstGeom prst="rect">
              <a:avLst/>
            </a:prstGeom>
          </p:spPr>
        </p:pic>
        <p:sp>
          <p:nvSpPr>
            <p:cNvPr id="3" name="Shape 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 w="7620">
              <a:solidFill>
                <a:srgbClr val="FFFFFF">
                  <a:alpha val="64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1"/>
            <p:cNvSpPr/>
            <p:nvPr/>
          </p:nvSpPr>
          <p:spPr>
            <a:xfrm>
              <a:off x="694333" y="1654027"/>
              <a:ext cx="5130800" cy="597337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4738"/>
                </a:lnSpc>
              </a:pPr>
              <a:r>
                <a:rPr lang="en-US" sz="3645">
                  <a:solidFill>
                    <a:srgbClr val="312F2B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Air Quality Index (AQI)</a:t>
              </a:r>
              <a:endParaRPr lang="en-US" sz="3645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5" name="Shape 2"/>
            <p:cNvSpPr/>
            <p:nvPr/>
          </p:nvSpPr>
          <p:spPr>
            <a:xfrm>
              <a:off x="694332" y="2655663"/>
              <a:ext cx="3477717" cy="2497785"/>
            </a:xfrm>
            <a:prstGeom prst="roundRect">
              <a:avLst>
                <a:gd name="adj" fmla="val 1830"/>
              </a:avLst>
            </a:prstGeom>
            <a:solidFill>
              <a:srgbClr val="E8E8E3"/>
            </a:solidFill>
            <a:ln w="7620">
              <a:solidFill>
                <a:srgbClr val="D1D1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885825" y="2845747"/>
              <a:ext cx="1851620" cy="29861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2369"/>
                </a:lnSpc>
              </a:pPr>
              <a:r>
                <a:rPr lang="en-US" sz="1822">
                  <a:solidFill>
                    <a:srgbClr val="272525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Definition</a:t>
              </a:r>
              <a:endParaRPr lang="en-US" sz="1822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7" name="Text 4"/>
            <p:cNvSpPr/>
            <p:nvPr/>
          </p:nvSpPr>
          <p:spPr>
            <a:xfrm>
              <a:off x="885825" y="3309729"/>
              <a:ext cx="3094732" cy="165363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defTabSz="761970">
                <a:lnSpc>
                  <a:spcPts val="2624"/>
                </a:lnSpc>
              </a:pPr>
              <a:r>
                <a:rPr lang="en-US" sz="1458">
                  <a:solidFill>
                    <a:srgbClr val="272525"/>
                  </a:solidFill>
                  <a:latin typeface="Calisto MT" panose="02040603050505030304" pitchFamily="18" charset="77"/>
                  <a:ea typeface="Lato" pitchFamily="34" charset="-122"/>
                  <a:cs typeface="Lato" pitchFamily="34" charset="-120"/>
                </a:rPr>
                <a:t>The AQI is an index used to indicate how polluted the air is in a certain location. It takes into account several air pollutants deemed harmful to human health.</a:t>
              </a:r>
              <a:endParaRPr lang="en-US" sz="1458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8" name="Shape 5"/>
            <p:cNvSpPr/>
            <p:nvPr/>
          </p:nvSpPr>
          <p:spPr>
            <a:xfrm>
              <a:off x="4357192" y="2655663"/>
              <a:ext cx="3477717" cy="2497785"/>
            </a:xfrm>
            <a:prstGeom prst="roundRect">
              <a:avLst>
                <a:gd name="adj" fmla="val 1830"/>
              </a:avLst>
            </a:prstGeom>
            <a:solidFill>
              <a:srgbClr val="E8E8E3"/>
            </a:solidFill>
            <a:ln w="7620">
              <a:solidFill>
                <a:srgbClr val="D1D1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4548683" y="2845747"/>
              <a:ext cx="1851620" cy="29861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2369"/>
                </a:lnSpc>
              </a:pPr>
              <a:r>
                <a:rPr lang="en-US" sz="1822">
                  <a:solidFill>
                    <a:srgbClr val="272525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Units of Measure</a:t>
              </a:r>
              <a:endParaRPr lang="en-US" sz="1822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4548683" y="3309729"/>
              <a:ext cx="3094732" cy="132290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defTabSz="761970">
                <a:lnSpc>
                  <a:spcPts val="2624"/>
                </a:lnSpc>
              </a:pPr>
              <a:r>
                <a:rPr lang="en-US" sz="1458">
                  <a:solidFill>
                    <a:srgbClr val="272525"/>
                  </a:solidFill>
                  <a:latin typeface="Calisto MT" panose="02040603050505030304" pitchFamily="18" charset="77"/>
                  <a:ea typeface="Lato" pitchFamily="34" charset="-122"/>
                  <a:cs typeface="Lato" pitchFamily="34" charset="-120"/>
                </a:rPr>
                <a:t>AQI values range from 0 to 500. A low number means the air quality is good while a high number indicates serious health risks.</a:t>
              </a:r>
              <a:endParaRPr lang="en-US" sz="1458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11" name="Shape 8"/>
            <p:cNvSpPr/>
            <p:nvPr/>
          </p:nvSpPr>
          <p:spPr>
            <a:xfrm>
              <a:off x="8020050" y="2655663"/>
              <a:ext cx="3477717" cy="2497785"/>
            </a:xfrm>
            <a:prstGeom prst="roundRect">
              <a:avLst>
                <a:gd name="adj" fmla="val 1830"/>
              </a:avLst>
            </a:prstGeom>
            <a:solidFill>
              <a:srgbClr val="E8E8E3"/>
            </a:solidFill>
            <a:ln w="7620">
              <a:solidFill>
                <a:srgbClr val="D1D1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8211543" y="2845747"/>
              <a:ext cx="1851620" cy="298619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defTabSz="761970">
                <a:lnSpc>
                  <a:spcPts val="2369"/>
                </a:lnSpc>
              </a:pPr>
              <a:r>
                <a:rPr lang="en-US" sz="1822">
                  <a:solidFill>
                    <a:srgbClr val="272525"/>
                  </a:solidFill>
                  <a:latin typeface="Calisto MT" panose="02040603050505030304" pitchFamily="18" charset="77"/>
                  <a:ea typeface="Georgia" pitchFamily="34" charset="-122"/>
                  <a:cs typeface="Georgia" pitchFamily="34" charset="-120"/>
                </a:rPr>
                <a:t>Reporting</a:t>
              </a:r>
              <a:endParaRPr lang="en-US" sz="1822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8211542" y="3309729"/>
              <a:ext cx="3094732" cy="132290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defTabSz="761970">
                <a:lnSpc>
                  <a:spcPts val="2624"/>
                </a:lnSpc>
              </a:pPr>
              <a:r>
                <a:rPr lang="en-US" sz="1458">
                  <a:solidFill>
                    <a:srgbClr val="272525"/>
                  </a:solidFill>
                  <a:latin typeface="Calisto MT" panose="02040603050505030304" pitchFamily="18" charset="77"/>
                  <a:ea typeface="Lato" pitchFamily="34" charset="-122"/>
                  <a:cs typeface="Lato" pitchFamily="34" charset="-120"/>
                </a:rPr>
                <a:t>AQI is reported in real-time on environmental agencies' websites and apps, and it's usually color-coded to indicate how hazardous it is.</a:t>
              </a:r>
              <a:endParaRPr lang="en-US" sz="1458">
                <a:solidFill>
                  <a:prstClr val="black"/>
                </a:solidFill>
                <a:latin typeface="Calisto MT" panose="02040603050505030304" pitchFamily="18" charset="77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FC5A0A7-25FD-4AD2-31B1-A968D2968C43}"/>
              </a:ext>
            </a:extLst>
          </p:cNvPr>
          <p:cNvGrpSpPr/>
          <p:nvPr/>
        </p:nvGrpSpPr>
        <p:grpSpPr>
          <a:xfrm>
            <a:off x="8020051" y="25225"/>
            <a:ext cx="4146332" cy="2299710"/>
            <a:chOff x="3483317" y="1336577"/>
            <a:chExt cx="4924083" cy="3325813"/>
          </a:xfrm>
        </p:grpSpPr>
        <p:pic>
          <p:nvPicPr>
            <p:cNvPr id="16" name="Content Placeholder 4" descr="A picture containing night sky&#10;&#10;Description automatically generated">
              <a:extLst>
                <a:ext uri="{FF2B5EF4-FFF2-40B4-BE49-F238E27FC236}">
                  <a16:creationId xmlns:a16="http://schemas.microsoft.com/office/drawing/2014/main" id="{B5B00FEE-43E6-3490-F679-BED4018F4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3317" y="1336577"/>
              <a:ext cx="4924083" cy="332581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729A30-C168-E518-AEF2-3A18A258FAE4}"/>
                </a:ext>
              </a:extLst>
            </p:cNvPr>
            <p:cNvSpPr txBox="1"/>
            <p:nvPr/>
          </p:nvSpPr>
          <p:spPr>
            <a:xfrm>
              <a:off x="3760297" y="4016059"/>
              <a:ext cx="4647103" cy="576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>
                  <a:solidFill>
                    <a:srgbClr val="FFFF00"/>
                  </a:solidFill>
                </a:rPr>
                <a:t>6 Dec 1952, London at 2 pm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5973" y="1355802"/>
            <a:ext cx="3365500" cy="4180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3317"/>
              </a:lnSpc>
            </a:pPr>
            <a:r>
              <a:rPr lang="en-US" sz="3600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The Importance of AQI</a:t>
            </a:r>
            <a:endParaRPr lang="en-US" sz="3600">
              <a:latin typeface="Calisto MT" panose="02040603050505030304" pitchFamily="18" charset="77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73" y="2056947"/>
            <a:ext cx="3610372" cy="22149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5974" y="4432606"/>
            <a:ext cx="1296094" cy="208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1658"/>
              </a:lnSpc>
            </a:pPr>
            <a:r>
              <a:rPr lang="en-US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Health</a:t>
            </a:r>
            <a:endParaRPr lang="en-US">
              <a:latin typeface="Calisto MT" panose="02040603050505030304" pitchFamily="18" charset="77"/>
            </a:endParaRPr>
          </a:p>
        </p:txBody>
      </p:sp>
      <p:sp>
        <p:nvSpPr>
          <p:cNvPr id="7" name="Text 3"/>
          <p:cNvSpPr/>
          <p:nvPr/>
        </p:nvSpPr>
        <p:spPr>
          <a:xfrm>
            <a:off x="485973" y="4757325"/>
            <a:ext cx="3610372" cy="6943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37"/>
              </a:lnSpc>
            </a:pPr>
            <a:r>
              <a:rPr lang="en-US" sz="1400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AQI is crucial to safeguarding public health as high AQI indicate polluted air and can cause respiratory diseases and other chronic illnesses.</a:t>
            </a:r>
            <a:endParaRPr lang="en-US" sz="1400">
              <a:latin typeface="Calisto MT" panose="02040603050505030304" pitchFamily="18" charset="7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715" y="2056947"/>
            <a:ext cx="3610471" cy="2215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90716" y="4432704"/>
            <a:ext cx="1296094" cy="208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1658"/>
              </a:lnSpc>
            </a:pPr>
            <a:r>
              <a:rPr lang="en-US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Economic</a:t>
            </a:r>
            <a:endParaRPr lang="en-US">
              <a:latin typeface="Calisto MT" panose="02040603050505030304" pitchFamily="18" charset="77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290715" y="4757423"/>
            <a:ext cx="3610471" cy="462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37"/>
              </a:lnSpc>
            </a:pPr>
            <a:r>
              <a:rPr lang="en-US" sz="1400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AQI has an immense effect on economies, as polluted cities receive fewer tourists and have higher healthcare costs.</a:t>
            </a:r>
            <a:endParaRPr lang="en-US" sz="1400">
              <a:latin typeface="Calisto MT" panose="02040603050505030304" pitchFamily="18" charset="77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556" y="2056947"/>
            <a:ext cx="3610471" cy="2215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5556" y="4432704"/>
            <a:ext cx="1296094" cy="2089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1658"/>
              </a:lnSpc>
            </a:pPr>
            <a:r>
              <a:rPr lang="en-US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Environment</a:t>
            </a:r>
            <a:endParaRPr lang="en-US">
              <a:latin typeface="Calisto MT" panose="02040603050505030304" pitchFamily="18" charset="77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095556" y="4757423"/>
            <a:ext cx="3610471" cy="4628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37"/>
              </a:lnSpc>
            </a:pPr>
            <a:r>
              <a:rPr lang="en-US" sz="1400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Although AQI is a metric based on public health, it’s connection to pollutants mean high AQI will harm the ecosystem and the climate.</a:t>
            </a:r>
            <a:endParaRPr lang="en-US" sz="1400">
              <a:latin typeface="Calisto MT" panose="02040603050505030304" pitchFamily="18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94333" y="962042"/>
            <a:ext cx="5886450" cy="5973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4738"/>
              </a:lnSpc>
            </a:pPr>
            <a:r>
              <a:rPr lang="en-US" sz="3645">
                <a:solidFill>
                  <a:srgbClr val="312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Common Air Pollutants</a:t>
            </a:r>
            <a:endParaRPr lang="en-US" sz="3645"/>
          </a:p>
        </p:txBody>
      </p:sp>
      <p:sp>
        <p:nvSpPr>
          <p:cNvPr id="5" name="Shape 2"/>
          <p:cNvSpPr/>
          <p:nvPr/>
        </p:nvSpPr>
        <p:spPr>
          <a:xfrm>
            <a:off x="694333" y="2239349"/>
            <a:ext cx="10803334" cy="36737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956743" y="2239349"/>
            <a:ext cx="37008" cy="64323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66987" y="2032620"/>
            <a:ext cx="416619" cy="413556"/>
          </a:xfrm>
          <a:prstGeom prst="roundRect">
            <a:avLst>
              <a:gd name="adj" fmla="val 11055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899047" y="2060198"/>
            <a:ext cx="152400" cy="3583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843"/>
              </a:lnSpc>
            </a:pPr>
            <a:r>
              <a:rPr lang="en-US" sz="2187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87"/>
          </a:p>
        </p:txBody>
      </p:sp>
      <p:sp>
        <p:nvSpPr>
          <p:cNvPr id="9" name="Text 6"/>
          <p:cNvSpPr/>
          <p:nvPr/>
        </p:nvSpPr>
        <p:spPr>
          <a:xfrm>
            <a:off x="1025922" y="3066462"/>
            <a:ext cx="189865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Monoxide</a:t>
            </a:r>
            <a:endParaRPr lang="en-US" sz="1822"/>
          </a:p>
        </p:txBody>
      </p:sp>
      <p:sp>
        <p:nvSpPr>
          <p:cNvPr id="10" name="Text 7"/>
          <p:cNvSpPr/>
          <p:nvPr/>
        </p:nvSpPr>
        <p:spPr>
          <a:xfrm>
            <a:off x="879475" y="3530444"/>
            <a:ext cx="2191643" cy="1322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poisonous gas produced by cars and other vehicles that can cause headaches and dizziness when inhaled.</a:t>
            </a:r>
            <a:endParaRPr lang="en-US" sz="1458"/>
          </a:p>
        </p:txBody>
      </p:sp>
      <p:sp>
        <p:nvSpPr>
          <p:cNvPr id="11" name="Shape 8"/>
          <p:cNvSpPr/>
          <p:nvPr/>
        </p:nvSpPr>
        <p:spPr>
          <a:xfrm>
            <a:off x="4703912" y="2239349"/>
            <a:ext cx="37008" cy="64323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14156" y="2032620"/>
            <a:ext cx="416619" cy="413556"/>
          </a:xfrm>
          <a:prstGeom prst="roundRect">
            <a:avLst>
              <a:gd name="adj" fmla="val 11055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46216" y="2060198"/>
            <a:ext cx="152400" cy="3583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843"/>
              </a:lnSpc>
            </a:pPr>
            <a:r>
              <a:rPr lang="en-US" sz="2187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87"/>
          </a:p>
        </p:txBody>
      </p:sp>
      <p:sp>
        <p:nvSpPr>
          <p:cNvPr id="14" name="Text 11"/>
          <p:cNvSpPr/>
          <p:nvPr/>
        </p:nvSpPr>
        <p:spPr>
          <a:xfrm>
            <a:off x="3763566" y="3066462"/>
            <a:ext cx="191770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Particulate Matter</a:t>
            </a:r>
            <a:endParaRPr lang="en-US" sz="1822"/>
          </a:p>
        </p:txBody>
      </p:sp>
      <p:sp>
        <p:nvSpPr>
          <p:cNvPr id="15" name="Text 12"/>
          <p:cNvSpPr/>
          <p:nvPr/>
        </p:nvSpPr>
        <p:spPr>
          <a:xfrm>
            <a:off x="3626544" y="3530444"/>
            <a:ext cx="2191743" cy="1653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mixture of tiny particles that can be inhaled, including dust, dirt, soot, and smoke that comes from fires.</a:t>
            </a:r>
            <a:endParaRPr lang="en-US" sz="1458"/>
          </a:p>
        </p:txBody>
      </p:sp>
      <p:sp>
        <p:nvSpPr>
          <p:cNvPr id="16" name="Shape 13"/>
          <p:cNvSpPr/>
          <p:nvPr/>
        </p:nvSpPr>
        <p:spPr>
          <a:xfrm>
            <a:off x="7450981" y="2239349"/>
            <a:ext cx="37008" cy="64323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261226" y="2032620"/>
            <a:ext cx="416619" cy="413556"/>
          </a:xfrm>
          <a:prstGeom prst="roundRect">
            <a:avLst>
              <a:gd name="adj" fmla="val 11055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3285" y="2060198"/>
            <a:ext cx="152400" cy="3583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843"/>
              </a:lnSpc>
            </a:pPr>
            <a:r>
              <a:rPr lang="en-US" sz="2187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87"/>
          </a:p>
        </p:txBody>
      </p:sp>
      <p:sp>
        <p:nvSpPr>
          <p:cNvPr id="19" name="Text 16"/>
          <p:cNvSpPr/>
          <p:nvPr/>
        </p:nvSpPr>
        <p:spPr>
          <a:xfrm>
            <a:off x="6543675" y="3066462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Nitrogen Dioxide</a:t>
            </a:r>
            <a:endParaRPr lang="en-US" sz="1822"/>
          </a:p>
        </p:txBody>
      </p:sp>
      <p:sp>
        <p:nvSpPr>
          <p:cNvPr id="20" name="Text 17"/>
          <p:cNvSpPr/>
          <p:nvPr/>
        </p:nvSpPr>
        <p:spPr>
          <a:xfrm>
            <a:off x="6373714" y="3530444"/>
            <a:ext cx="2191643" cy="1653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gas from burning fossil fuels that can harm the respiratory system and weaken the immune system.</a:t>
            </a:r>
            <a:endParaRPr lang="en-US" sz="1458"/>
          </a:p>
        </p:txBody>
      </p:sp>
      <p:sp>
        <p:nvSpPr>
          <p:cNvPr id="21" name="Shape 18"/>
          <p:cNvSpPr/>
          <p:nvPr/>
        </p:nvSpPr>
        <p:spPr>
          <a:xfrm>
            <a:off x="10198150" y="2239349"/>
            <a:ext cx="37008" cy="643233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008395" y="2032620"/>
            <a:ext cx="416619" cy="413556"/>
          </a:xfrm>
          <a:prstGeom prst="roundRect">
            <a:avLst>
              <a:gd name="adj" fmla="val 11055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140454" y="2060198"/>
            <a:ext cx="152400" cy="35830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843"/>
              </a:lnSpc>
            </a:pPr>
            <a:r>
              <a:rPr lang="en-US" sz="2187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87"/>
          </a:p>
        </p:txBody>
      </p:sp>
      <p:sp>
        <p:nvSpPr>
          <p:cNvPr id="24" name="Text 21"/>
          <p:cNvSpPr/>
          <p:nvPr/>
        </p:nvSpPr>
        <p:spPr>
          <a:xfrm>
            <a:off x="9290843" y="3066462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Ozone</a:t>
            </a:r>
            <a:endParaRPr lang="en-US" sz="1822"/>
          </a:p>
        </p:txBody>
      </p:sp>
      <p:sp>
        <p:nvSpPr>
          <p:cNvPr id="25" name="Text 22"/>
          <p:cNvSpPr/>
          <p:nvPr/>
        </p:nvSpPr>
        <p:spPr>
          <a:xfrm>
            <a:off x="9120783" y="3530444"/>
            <a:ext cx="2191743" cy="2315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gas that can be harmful to people with respiratory problems in high concentrations. It's formed by a reaction between sunlight and certain pollutants.</a:t>
            </a:r>
            <a:endParaRPr lang="en-US" sz="1458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70A7D1-B25C-4BBB-1F41-8212E203E4ED}"/>
              </a:ext>
            </a:extLst>
          </p:cNvPr>
          <p:cNvSpPr/>
          <p:nvPr/>
        </p:nvSpPr>
        <p:spPr>
          <a:xfrm>
            <a:off x="3626544" y="2882582"/>
            <a:ext cx="2395440" cy="332908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DA1D4-636C-D307-C70F-77CA404B55E5}"/>
              </a:ext>
            </a:extLst>
          </p:cNvPr>
          <p:cNvSpPr/>
          <p:nvPr/>
        </p:nvSpPr>
        <p:spPr>
          <a:xfrm>
            <a:off x="8917085" y="2955067"/>
            <a:ext cx="2395440" cy="332908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6AD9238-36FE-8688-48DE-A1BBF5C85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302512"/>
            <a:ext cx="10905066" cy="4252975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31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5902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94333" y="1819391"/>
            <a:ext cx="3703241" cy="59733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4738"/>
              </a:lnSpc>
            </a:pPr>
            <a:r>
              <a:rPr lang="en-US" sz="3645">
                <a:solidFill>
                  <a:srgbClr val="312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Responsibilities</a:t>
            </a:r>
            <a:endParaRPr lang="en-US" sz="3645"/>
          </a:p>
        </p:txBody>
      </p:sp>
      <p:sp>
        <p:nvSpPr>
          <p:cNvPr id="5" name="Shape 2"/>
          <p:cNvSpPr/>
          <p:nvPr/>
        </p:nvSpPr>
        <p:spPr>
          <a:xfrm>
            <a:off x="694332" y="2821025"/>
            <a:ext cx="3477717" cy="2363223"/>
          </a:xfrm>
          <a:prstGeom prst="roundRect">
            <a:avLst>
              <a:gd name="adj" fmla="val 2110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5825" y="3011111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Informed</a:t>
            </a:r>
            <a:endParaRPr lang="en-US" sz="1822"/>
          </a:p>
        </p:txBody>
      </p:sp>
      <p:sp>
        <p:nvSpPr>
          <p:cNvPr id="7" name="Text 4"/>
          <p:cNvSpPr/>
          <p:nvPr/>
        </p:nvSpPr>
        <p:spPr>
          <a:xfrm>
            <a:off x="885825" y="3475093"/>
            <a:ext cx="3094732" cy="992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 aware of AQI updates in your area and how they might impact your health and daily routine.</a:t>
            </a:r>
            <a:endParaRPr lang="en-US" sz="1458"/>
          </a:p>
        </p:txBody>
      </p:sp>
      <p:sp>
        <p:nvSpPr>
          <p:cNvPr id="8" name="Shape 5"/>
          <p:cNvSpPr/>
          <p:nvPr/>
        </p:nvSpPr>
        <p:spPr>
          <a:xfrm>
            <a:off x="4357192" y="2821026"/>
            <a:ext cx="3477717" cy="2363224"/>
          </a:xfrm>
          <a:prstGeom prst="roundRect">
            <a:avLst>
              <a:gd name="adj" fmla="val 2110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48683" y="3011111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Action</a:t>
            </a:r>
            <a:endParaRPr lang="en-US" sz="1822"/>
          </a:p>
        </p:txBody>
      </p:sp>
      <p:sp>
        <p:nvSpPr>
          <p:cNvPr id="10" name="Text 7"/>
          <p:cNvSpPr/>
          <p:nvPr/>
        </p:nvSpPr>
        <p:spPr>
          <a:xfrm>
            <a:off x="4548683" y="3475093"/>
            <a:ext cx="3094732" cy="1322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Take steps to reduce your personal contribution to air pollution, such as recycling, using public transport, and running your home energy efficiently.</a:t>
            </a:r>
            <a:endParaRPr lang="en-US" sz="1458"/>
          </a:p>
        </p:txBody>
      </p:sp>
      <p:sp>
        <p:nvSpPr>
          <p:cNvPr id="11" name="Shape 8"/>
          <p:cNvSpPr/>
          <p:nvPr/>
        </p:nvSpPr>
        <p:spPr>
          <a:xfrm>
            <a:off x="8020050" y="2821026"/>
            <a:ext cx="3477717" cy="2363222"/>
          </a:xfrm>
          <a:prstGeom prst="roundRect">
            <a:avLst>
              <a:gd name="adj" fmla="val 2110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11543" y="3011111"/>
            <a:ext cx="1851620" cy="2986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2369"/>
              </a:lnSpc>
            </a:pPr>
            <a:r>
              <a:rPr lang="en-US" sz="1822">
                <a:solidFill>
                  <a:srgbClr val="2725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 the Word</a:t>
            </a:r>
            <a:endParaRPr lang="en-US" sz="1822"/>
          </a:p>
        </p:txBody>
      </p:sp>
      <p:sp>
        <p:nvSpPr>
          <p:cNvPr id="13" name="Text 10"/>
          <p:cNvSpPr/>
          <p:nvPr/>
        </p:nvSpPr>
        <p:spPr>
          <a:xfrm>
            <a:off x="8211542" y="3475093"/>
            <a:ext cx="3094732" cy="992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624"/>
              </a:lnSpc>
            </a:pPr>
            <a:r>
              <a:rPr lang="en-US" sz="1458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Help raise awareness about AQI and its impact on human health and the environment.</a:t>
            </a:r>
            <a:endParaRPr lang="en-US" sz="1458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2E0DBA-BC05-6148-2D37-54963B44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 the end of this week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78411-CE81-4122-7474-5F48A93DB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know something about air quality index and learn to visualize some real air quality 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34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p with colourful cream">
            <a:extLst>
              <a:ext uri="{FF2B5EF4-FFF2-40B4-BE49-F238E27FC236}">
                <a16:creationId xmlns:a16="http://schemas.microsoft.com/office/drawing/2014/main" id="{47E805AB-5687-BE6C-3C8E-9B38832B13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00" r="27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B513C-C694-247C-823D-A63CBFB1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Let’s take a break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DE309-3848-4203-C6CD-7455C2D6A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Let’s reconvene in 10 minutes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845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68BC45-6978-4563-AFFC-4378E82C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ed rectangle">
            <a:extLst>
              <a:ext uri="{FF2B5EF4-FFF2-40B4-BE49-F238E27FC236}">
                <a16:creationId xmlns:a16="http://schemas.microsoft.com/office/drawing/2014/main" id="{A80A8067-64B4-47DF-9C4D-88D9ADEC2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4FA3D-043C-041F-1795-45646887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rgbClr val="FFFFFF"/>
                </a:solidFill>
                <a:latin typeface="Calisto MT" panose="02040603050505030304" pitchFamily="18" charset="77"/>
              </a:rPr>
              <a:t>Let’s shuffle: The anagram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0C350-6368-AE74-DC21-1F1C655E2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4712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kern="1200">
                <a:solidFill>
                  <a:srgbClr val="FFFFFF"/>
                </a:solidFill>
                <a:latin typeface="Calisto MT" panose="02040603050505030304" pitchFamily="18" charset="77"/>
              </a:rPr>
              <a:t>Look at the letter you have received. See what letters did others receive. Now, work as a group and re-seat yourself in a way that the letters are arranged in two words.</a:t>
            </a:r>
          </a:p>
          <a:p>
            <a:r>
              <a:rPr lang="en-US" kern="1200">
                <a:solidFill>
                  <a:srgbClr val="FFFFFF"/>
                </a:solidFill>
                <a:latin typeface="Calisto MT" panose="02040603050505030304" pitchFamily="18" charset="77"/>
              </a:rPr>
              <a:t>Hint: I am already sitting at an appropriate position with a letter already!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D1E2788-F6B5-40EE-A733-8187EB22B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4747614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34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47C96900-8330-C4FC-8561-729DDCAAC3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63" r="12264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7A145-BCD5-F8DE-B1C7-23F8B610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latin typeface="Calisto MT" panose="02040603050505030304" pitchFamily="18" charset="77"/>
              </a:rPr>
              <a:t>What is Coding?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826D6-63EE-4ECD-645B-2D36C169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Do you think there was any coding involved in the anagram game we played?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15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1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ACDDB5-CFDC-8C1A-A8A8-21CA91A33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1036674"/>
            <a:ext cx="3184768" cy="35143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6100" kern="1200">
                <a:solidFill>
                  <a:schemeClr val="tx1"/>
                </a:solidFill>
                <a:latin typeface="Calisto MT" panose="02040603050505030304" pitchFamily="18" charset="77"/>
              </a:rPr>
              <a:t>How computer programs work</a:t>
            </a:r>
          </a:p>
        </p:txBody>
      </p:sp>
      <p:pic>
        <p:nvPicPr>
          <p:cNvPr id="8" name="Online Media 7" title="THIS &quot;EXACT INSTRUCTIONS CHALLENGE&quot; IS SO HILARIOUS">
            <a:hlinkClick r:id="" action="ppaction://media"/>
            <a:extLst>
              <a:ext uri="{FF2B5EF4-FFF2-40B4-BE49-F238E27FC236}">
                <a16:creationId xmlns:a16="http://schemas.microsoft.com/office/drawing/2014/main" id="{69A3E5CB-AB55-4E0A-3323-32A43369865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200384" y="1036674"/>
            <a:ext cx="7296027" cy="41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01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94333" y="1002718"/>
            <a:ext cx="3703241" cy="597337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738"/>
              </a:lnSpc>
              <a:buNone/>
            </a:pPr>
            <a:r>
              <a:rPr lang="en-US" sz="3645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What is Python?</a:t>
            </a:r>
            <a:endParaRPr lang="en-US" sz="3645">
              <a:latin typeface="Calisto MT" panose="02040603050505030304" pitchFamily="18" charset="77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33" y="2004354"/>
            <a:ext cx="3415903" cy="20956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333" y="4329684"/>
            <a:ext cx="1930400" cy="317529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9"/>
              </a:lnSpc>
              <a:buNone/>
            </a:pPr>
            <a:r>
              <a:rPr lang="en-US" sz="1822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It’s not a snake </a:t>
            </a:r>
            <a:r>
              <a:rPr lang="en-US" sz="1822">
                <a:solidFill>
                  <a:srgbClr val="000000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🐍</a:t>
            </a:r>
            <a:endParaRPr lang="en-US" sz="1822">
              <a:latin typeface="Calisto MT" panose="02040603050505030304" pitchFamily="18" charset="77"/>
            </a:endParaRPr>
          </a:p>
        </p:txBody>
      </p:sp>
      <p:sp>
        <p:nvSpPr>
          <p:cNvPr id="7" name="Text 3"/>
          <p:cNvSpPr/>
          <p:nvPr/>
        </p:nvSpPr>
        <p:spPr>
          <a:xfrm>
            <a:off x="694333" y="4812577"/>
            <a:ext cx="3415903" cy="661453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24"/>
              </a:lnSpc>
              <a:buNone/>
            </a:pPr>
            <a:r>
              <a:rPr lang="en-US" sz="1458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Python is a coding language used to create software, games, and websites.</a:t>
            </a:r>
            <a:endParaRPr lang="en-US" sz="1458">
              <a:latin typeface="Calisto MT" panose="02040603050505030304" pitchFamily="18" charset="7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949" y="2004354"/>
            <a:ext cx="3416003" cy="20956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7949" y="4329684"/>
            <a:ext cx="2063750" cy="317529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9"/>
              </a:lnSpc>
              <a:buNone/>
            </a:pPr>
            <a:r>
              <a:rPr lang="en-US" sz="1822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It's easy to learn </a:t>
            </a:r>
            <a:r>
              <a:rPr lang="en-US" sz="1822">
                <a:solidFill>
                  <a:srgbClr val="000000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💻</a:t>
            </a:r>
            <a:endParaRPr lang="en-US" sz="1822">
              <a:latin typeface="Calisto MT" panose="02040603050505030304" pitchFamily="18" charset="77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387949" y="4812577"/>
            <a:ext cx="3416003" cy="9921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24"/>
              </a:lnSpc>
              <a:buNone/>
            </a:pPr>
            <a:r>
              <a:rPr lang="en-US" sz="1458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Python has a simple vocabulary and is not bogged down with complex syntax. It’s easy for beginners to understand and use.</a:t>
            </a:r>
            <a:endParaRPr lang="en-US" sz="1458">
              <a:latin typeface="Calisto MT" panose="02040603050505030304" pitchFamily="18" charset="77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665" y="2004354"/>
            <a:ext cx="3416003" cy="20956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81665" y="4329684"/>
            <a:ext cx="1851620" cy="317529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9"/>
              </a:lnSpc>
              <a:buNone/>
            </a:pPr>
            <a:r>
              <a:rPr lang="en-US" sz="1822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It's versatile </a:t>
            </a:r>
            <a:r>
              <a:rPr lang="en-US" sz="1822">
                <a:solidFill>
                  <a:srgbClr val="000000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🤹‍♀️</a:t>
            </a:r>
            <a:endParaRPr lang="en-US" sz="1822">
              <a:latin typeface="Calisto MT" panose="02040603050505030304" pitchFamily="18" charset="77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081665" y="4812577"/>
            <a:ext cx="3416003" cy="9921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24"/>
              </a:lnSpc>
              <a:buNone/>
            </a:pPr>
            <a:r>
              <a:rPr lang="en-US" sz="1458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Python can be used for web development, game programming, data analysis and more.</a:t>
            </a:r>
            <a:endParaRPr lang="en-US" sz="1458">
              <a:latin typeface="Calisto MT" panose="0204060305050503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18311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7221"/>
            <a:ext cx="12192000" cy="6807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27221"/>
            <a:ext cx="12192000" cy="6858000"/>
          </a:xfrm>
          <a:prstGeom prst="rect">
            <a:avLst/>
          </a:prstGeom>
          <a:solidFill>
            <a:srgbClr val="FFFFFF">
              <a:alpha val="75000"/>
            </a:srgbClr>
          </a:solidFill>
          <a:ln w="7620">
            <a:solidFill>
              <a:srgbClr val="FFFFFF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94333" y="1682715"/>
            <a:ext cx="9798050" cy="597337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738"/>
              </a:lnSpc>
              <a:buNone/>
            </a:pPr>
            <a:r>
              <a:rPr lang="en-US" sz="3645">
                <a:solidFill>
                  <a:srgbClr val="312F2B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Why Python is a Great Language for Beginners</a:t>
            </a:r>
            <a:endParaRPr lang="en-US" sz="3645">
              <a:latin typeface="Calisto MT" panose="02040603050505030304" pitchFamily="18" charset="7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94332" y="2684350"/>
            <a:ext cx="3477717" cy="2185968"/>
          </a:xfrm>
          <a:prstGeom prst="roundRect">
            <a:avLst>
              <a:gd name="adj" fmla="val 2092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5825" y="2874435"/>
            <a:ext cx="1851620" cy="317529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69"/>
              </a:lnSpc>
              <a:buNone/>
            </a:pPr>
            <a:r>
              <a:rPr lang="en-US" sz="1822">
                <a:solidFill>
                  <a:srgbClr val="272525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Readability </a:t>
            </a:r>
            <a:r>
              <a:rPr lang="en-US" sz="1822">
                <a:solidFill>
                  <a:srgbClr val="000000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📖</a:t>
            </a:r>
            <a:endParaRPr lang="en-US" sz="1822">
              <a:latin typeface="Calisto MT" panose="02040603050505030304" pitchFamily="18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85825" y="3357327"/>
            <a:ext cx="3094732" cy="9921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4"/>
              </a:lnSpc>
              <a:buNone/>
            </a:pPr>
            <a:r>
              <a:rPr lang="en-US" sz="1458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Python is easy to read and understand, making it accessible to beginners.</a:t>
            </a:r>
            <a:endParaRPr lang="en-US" sz="1458">
              <a:latin typeface="Calisto MT" panose="02040603050505030304" pitchFamily="18" charset="7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57192" y="2684350"/>
            <a:ext cx="3477717" cy="2185968"/>
          </a:xfrm>
          <a:prstGeom prst="roundRect">
            <a:avLst>
              <a:gd name="adj" fmla="val 2092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48683" y="2874435"/>
            <a:ext cx="1873250" cy="317529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69"/>
              </a:lnSpc>
              <a:buNone/>
            </a:pPr>
            <a:r>
              <a:rPr lang="en-US" sz="1822">
                <a:solidFill>
                  <a:srgbClr val="272525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Simple Syntax </a:t>
            </a:r>
            <a:r>
              <a:rPr lang="en-US" sz="1822">
                <a:solidFill>
                  <a:srgbClr val="000000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🤩</a:t>
            </a:r>
            <a:endParaRPr lang="en-US" sz="1822">
              <a:latin typeface="Calisto MT" panose="02040603050505030304" pitchFamily="18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48683" y="3357327"/>
            <a:ext cx="3094732" cy="9921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4"/>
              </a:lnSpc>
              <a:buNone/>
            </a:pPr>
            <a:r>
              <a:rPr lang="en-US" sz="1458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Python’s syntax is clean and straightforward, with fewer rules than other languages.</a:t>
            </a:r>
            <a:endParaRPr lang="en-US" sz="1458">
              <a:latin typeface="Calisto MT" panose="02040603050505030304" pitchFamily="18" charset="7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20050" y="2684350"/>
            <a:ext cx="3477717" cy="2185968"/>
          </a:xfrm>
          <a:prstGeom prst="roundRect">
            <a:avLst>
              <a:gd name="adj" fmla="val 2092"/>
            </a:avLst>
          </a:prstGeom>
          <a:solidFill>
            <a:srgbClr val="E8E8E3"/>
          </a:solidFill>
          <a:ln w="7620">
            <a:solidFill>
              <a:srgbClr val="D1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11543" y="2874435"/>
            <a:ext cx="1851620" cy="317529"/>
          </a:xfrm>
          <a:prstGeom prst="rect">
            <a:avLst/>
          </a:prstGeom>
          <a:noFill/>
          <a:ln/>
        </p:spPr>
        <p:txBody>
          <a:bodyPr wrap="non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69"/>
              </a:lnSpc>
              <a:buNone/>
            </a:pPr>
            <a:r>
              <a:rPr lang="en-US" sz="1822">
                <a:solidFill>
                  <a:srgbClr val="272525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Community </a:t>
            </a:r>
            <a:r>
              <a:rPr lang="en-US" sz="1822">
                <a:solidFill>
                  <a:srgbClr val="000000"/>
                </a:solidFill>
                <a:latin typeface="Calisto MT" panose="02040603050505030304" pitchFamily="18" charset="77"/>
                <a:ea typeface="Georgia" pitchFamily="34" charset="-122"/>
                <a:cs typeface="Georgia" pitchFamily="34" charset="-120"/>
              </a:rPr>
              <a:t>😊</a:t>
            </a:r>
            <a:endParaRPr lang="en-US" sz="1822">
              <a:latin typeface="Calisto MT" panose="02040603050505030304" pitchFamily="18" charset="7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11542" y="3357326"/>
            <a:ext cx="3094732" cy="1322907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4"/>
              </a:lnSpc>
              <a:buNone/>
            </a:pPr>
            <a:r>
              <a:rPr lang="en-US" sz="1458">
                <a:solidFill>
                  <a:srgbClr val="272525"/>
                </a:solidFill>
                <a:latin typeface="Calisto MT" panose="02040603050505030304" pitchFamily="18" charset="77"/>
                <a:ea typeface="Lato" pitchFamily="34" charset="-122"/>
                <a:cs typeface="Lato" pitchFamily="34" charset="-120"/>
              </a:rPr>
              <a:t>The Python community is supportive and welcoming to new learners. There are forums, blogs, and free resources available.</a:t>
            </a:r>
            <a:endParaRPr lang="en-US" sz="1458">
              <a:latin typeface="Calisto MT" panose="0204060305050503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836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81284-442A-1487-2200-60D3F8AB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 kern="1200" dirty="0">
                <a:solidFill>
                  <a:schemeClr val="tx1"/>
                </a:solidFill>
                <a:latin typeface="Amasis MT Pro" panose="02040504050005020304" pitchFamily="18" charset="77"/>
              </a:rPr>
              <a:t>Running locally or remotely?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4E06D-5935-30F2-2D46-39FF403B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What is Google </a:t>
            </a:r>
            <a:r>
              <a:rPr lang="en-US" dirty="0" err="1">
                <a:solidFill>
                  <a:srgbClr val="FFFFFF"/>
                </a:solidFill>
              </a:rPr>
              <a:t>C</a:t>
            </a:r>
            <a:r>
              <a:rPr lang="en-US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olab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68509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C692-E6BF-1C66-6E04-B711A4C6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masis MT Pro" panose="02040504050005020304" pitchFamily="18" charset="77"/>
              </a:rPr>
              <a:t>What is Google </a:t>
            </a:r>
            <a:r>
              <a:rPr lang="en-US" dirty="0" err="1">
                <a:latin typeface="Amasis MT Pro" panose="02040504050005020304" pitchFamily="18" charset="77"/>
              </a:rPr>
              <a:t>Colab</a:t>
            </a:r>
            <a:r>
              <a:rPr lang="en-US" dirty="0">
                <a:latin typeface="Amasis MT Pro" panose="02040504050005020304" pitchFamily="18" charset="77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06BA5-8BCF-4941-7BEE-D98A42199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listo MT" panose="02040603050505030304" pitchFamily="18" charset="77"/>
              </a:rPr>
              <a:t>Colab</a:t>
            </a:r>
            <a:r>
              <a:rPr lang="en-US" sz="2400" dirty="0">
                <a:latin typeface="Calisto MT" panose="02040603050505030304" pitchFamily="18" charset="77"/>
              </a:rPr>
              <a:t>, or ‘</a:t>
            </a:r>
            <a:r>
              <a:rPr lang="en-US" sz="2400" dirty="0" err="1">
                <a:latin typeface="Calisto MT" panose="02040603050505030304" pitchFamily="18" charset="77"/>
              </a:rPr>
              <a:t>Colaboratory</a:t>
            </a:r>
            <a:r>
              <a:rPr lang="en-US" sz="2400" dirty="0">
                <a:latin typeface="Calisto MT" panose="02040603050505030304" pitchFamily="18" charset="77"/>
              </a:rPr>
              <a:t>’, allows you to write and execute Python in your browser, with</a:t>
            </a:r>
          </a:p>
          <a:p>
            <a:pPr lvl="1"/>
            <a:r>
              <a:rPr lang="en-US" sz="2000" dirty="0">
                <a:latin typeface="Calisto MT" panose="02040603050505030304" pitchFamily="18" charset="77"/>
              </a:rPr>
              <a:t>Zero setup required</a:t>
            </a:r>
          </a:p>
          <a:p>
            <a:pPr lvl="1"/>
            <a:r>
              <a:rPr lang="en-US" sz="2000" dirty="0">
                <a:latin typeface="Calisto MT" panose="02040603050505030304" pitchFamily="18" charset="77"/>
              </a:rPr>
              <a:t>Easily share your code with others</a:t>
            </a:r>
          </a:p>
          <a:p>
            <a:r>
              <a:rPr lang="en-US" sz="2400" dirty="0">
                <a:latin typeface="Calisto MT" panose="02040603050505030304" pitchFamily="18" charset="77"/>
              </a:rPr>
              <a:t>You can also install python locally on your computer. However, we would not be exploring that option in this summer school.</a:t>
            </a:r>
          </a:p>
          <a:p>
            <a:endParaRPr lang="en-US" dirty="0">
              <a:latin typeface="Calisto MT" panose="02040603050505030304" pitchFamily="18" charset="77"/>
            </a:endParaRPr>
          </a:p>
          <a:p>
            <a:pPr marL="0" indent="0">
              <a:buNone/>
            </a:pPr>
            <a:r>
              <a:rPr lang="en-US" sz="2400" dirty="0">
                <a:latin typeface="Calisto MT" panose="02040603050505030304" pitchFamily="18" charset="77"/>
                <a:hlinkClick r:id="rId2"/>
              </a:rPr>
              <a:t>Colab FAQ</a:t>
            </a:r>
            <a:endParaRPr lang="en-US" sz="2400" dirty="0">
              <a:latin typeface="Calisto MT" panose="020406030505050303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73126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76237-A8D1-CFA6-E69B-6CC2AC20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dirty="0">
                <a:solidFill>
                  <a:schemeClr val="tx1"/>
                </a:solidFill>
                <a:latin typeface="Amasis MT Pro" panose="02040504050005020304" pitchFamily="18" charset="77"/>
              </a:rPr>
              <a:t>Getting started with Google </a:t>
            </a:r>
            <a:r>
              <a:rPr lang="en-US" sz="2800" b="1" kern="1200" dirty="0" err="1">
                <a:solidFill>
                  <a:schemeClr val="tx1"/>
                </a:solidFill>
                <a:latin typeface="Amasis MT Pro" panose="02040504050005020304" pitchFamily="18" charset="77"/>
              </a:rPr>
              <a:t>colab</a:t>
            </a:r>
            <a:endParaRPr lang="en-US" sz="2800" b="1" kern="1200" dirty="0">
              <a:solidFill>
                <a:schemeClr val="tx1"/>
              </a:solidFill>
              <a:latin typeface="Amasis MT Pro" panose="02040504050005020304" pitchFamily="18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33EC4-B8C7-1461-CB42-222E45EFF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Go to  </a:t>
            </a:r>
            <a:r>
              <a:rPr lang="en-US" sz="1800" dirty="0">
                <a:latin typeface="Calisto MT" panose="02040603050505030304" pitchFamily="18" charset="77"/>
                <a:hlinkClick r:id="rId2"/>
              </a:rPr>
              <a:t>Google colab workspace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800" dirty="0">
              <a:latin typeface="Calisto MT" panose="02040603050505030304" pitchFamily="18" charset="77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Sign in with your Google account.	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Calisto MT" panose="02040603050505030304" pitchFamily="18" charset="77"/>
              </a:rPr>
              <a:t>Use an existing google account if possible	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Create a new Notebook</a:t>
            </a:r>
          </a:p>
          <a:p>
            <a:pPr marL="74295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Calisto MT" panose="02040603050505030304" pitchFamily="18" charset="77"/>
              </a:rPr>
              <a:t>Click on the ‘New Notebook’ button in the bottom left of the popup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35AC26-3919-07F2-A7D0-9EE9928C2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85816" y="897608"/>
            <a:ext cx="6440424" cy="50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36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01BA1-ABF4-4BBD-1C4D-4FCC0A1A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8917238-DAAC-DED3-7478-40E05531B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F088B-BBBE-9DE4-CD84-2971B117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Amasis MT Pro" panose="02040504050005020304" pitchFamily="18" charset="77"/>
              </a:rPr>
              <a:t>File Management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C96494-FA1D-A4BB-5EFF-00B96061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397A86-19F0-C608-2F17-C86CCA83D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9C1FD-3837-00EB-50AD-753F0C122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5041466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Calisto MT" panose="02040603050505030304" pitchFamily="18" charset="77"/>
              </a:rPr>
              <a:t>Save your files with easy intuitive names.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sto MT" panose="02040603050505030304" pitchFamily="18" charset="77"/>
              </a:rPr>
              <a:t>e.g</a:t>
            </a:r>
            <a:r>
              <a:rPr lang="en-US" sz="1800" dirty="0">
                <a:latin typeface="Calisto MT" panose="02040603050505030304" pitchFamily="18" charset="77"/>
              </a:rPr>
              <a:t> </a:t>
            </a:r>
            <a:r>
              <a:rPr lang="en-US" sz="1800" dirty="0" err="1">
                <a:latin typeface="Calisto MT" panose="02040603050505030304" pitchFamily="18" charset="77"/>
              </a:rPr>
              <a:t>colabIntro.ipynb</a:t>
            </a:r>
            <a:endParaRPr lang="en-US" sz="1800" dirty="0">
              <a:latin typeface="Calisto MT" panose="02040603050505030304" pitchFamily="18" charset="77"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Calisto MT" panose="02040603050505030304" pitchFamily="18" charset="77"/>
              </a:rPr>
              <a:t>Save your notebooks to google drive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If you open a new notebook in drive, It automatically saves to your drive.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File &gt; Save a copy in Drive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Calisto MT" panose="02040603050505030304" pitchFamily="18" charset="77"/>
              </a:rPr>
              <a:t>Download your notebooks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File &gt; Download &gt; Download .</a:t>
            </a:r>
            <a:r>
              <a:rPr lang="en-US" sz="1800" dirty="0" err="1">
                <a:latin typeface="Calisto MT" panose="02040603050505030304" pitchFamily="18" charset="77"/>
              </a:rPr>
              <a:t>ipynb</a:t>
            </a:r>
            <a:endParaRPr lang="en-US" sz="1800" dirty="0">
              <a:latin typeface="Calisto MT" panose="02040603050505030304" pitchFamily="18" charset="77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Calisto MT" panose="02040603050505030304" pitchFamily="18" charset="77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Calisto MT" panose="02040603050505030304" pitchFamily="18" charset="77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F5824F-BCEB-EFD6-0725-74C064C6D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826" b="43321"/>
          <a:stretch>
            <a:fillRect/>
          </a:stretch>
        </p:blipFill>
        <p:spPr>
          <a:xfrm>
            <a:off x="6227618" y="487490"/>
            <a:ext cx="5750919" cy="1798051"/>
          </a:xfrm>
          <a:prstGeom prst="rect">
            <a:avLst/>
          </a:prstGeo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30AF0697-1D17-0409-87BB-DB1AB91E7E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337"/>
          <a:stretch>
            <a:fillRect/>
          </a:stretch>
        </p:blipFill>
        <p:spPr>
          <a:xfrm>
            <a:off x="6739056" y="2303829"/>
            <a:ext cx="4440383" cy="448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84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96CD1-9ED6-3AF0-6455-002108A1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A6D32-86A5-DFCA-A10D-9A94BB76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dirty="0">
                <a:solidFill>
                  <a:schemeClr val="tx1"/>
                </a:solidFill>
                <a:latin typeface="Amasis MT Pro" panose="02040504050005020304" pitchFamily="18" charset="77"/>
              </a:rPr>
              <a:t>Working with</a:t>
            </a:r>
            <a:br>
              <a:rPr lang="en-US" sz="2800" b="1" kern="1200" dirty="0">
                <a:solidFill>
                  <a:schemeClr val="tx1"/>
                </a:solidFill>
                <a:latin typeface="Amasis MT Pro" panose="02040504050005020304" pitchFamily="18" charset="77"/>
              </a:rPr>
            </a:br>
            <a:r>
              <a:rPr lang="en-US" sz="2800" b="1" kern="1200" dirty="0">
                <a:solidFill>
                  <a:schemeClr val="tx1"/>
                </a:solidFill>
                <a:latin typeface="Amasis MT Pro" panose="02040504050005020304" pitchFamily="18" charset="77"/>
              </a:rPr>
              <a:t>other notebooks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2F1B4-BAF2-C821-7E9B-B73423458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5041466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Import other notebooks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Clicking directly on the link for each notebook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Calisto MT" panose="02040603050505030304" pitchFamily="18" charset="77"/>
              </a:rPr>
              <a:t>Provide link</a:t>
            </a:r>
          </a:p>
          <a:p>
            <a:endParaRPr lang="en-US" sz="1800" dirty="0">
              <a:latin typeface="Calisto MT" panose="02040603050505030304" pitchFamily="18" charset="77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1CF453E-4326-4DFE-F03E-7DF791943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8424" y="590427"/>
            <a:ext cx="5041466" cy="527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3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ED152-B891-1BE9-BC8B-4EBDDE33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4EEBA-111A-6069-E6EF-48438097F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latin typeface="Calisto MT" panose="02040603050505030304" pitchFamily="18" charset="77"/>
              </a:rPr>
              <a:t>Hello, World!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35BC1-EEFB-32CF-2470-5D53AB65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kern="1200" dirty="0">
                <a:latin typeface="Calisto MT" panose="02040603050505030304" pitchFamily="18" charset="77"/>
              </a:rPr>
              <a:t>Create a new notebook</a:t>
            </a:r>
          </a:p>
          <a:p>
            <a:r>
              <a:rPr lang="en-US" sz="1800" dirty="0">
                <a:latin typeface="Calisto MT" panose="02040603050505030304" pitchFamily="18" charset="77"/>
              </a:rPr>
              <a:t>Type </a:t>
            </a:r>
          </a:p>
          <a:p>
            <a:pPr lvl="1"/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print(‘hello world’)</a:t>
            </a:r>
          </a:p>
          <a:p>
            <a:r>
              <a:rPr lang="en-US" sz="1800" dirty="0">
                <a:latin typeface="Calisto MT" panose="02040603050505030304" pitchFamily="18" charset="77"/>
              </a:rPr>
              <a:t>Click play</a:t>
            </a:r>
          </a:p>
          <a:p>
            <a:r>
              <a:rPr lang="en-US" sz="1800" dirty="0">
                <a:latin typeface="Calisto MT" panose="02040603050505030304" pitchFamily="18" charset="77"/>
              </a:rPr>
              <a:t>Now modify the code to add your name, like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Hello, World!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This is &lt;your-name&gt;</a:t>
            </a:r>
          </a:p>
          <a:p>
            <a:endParaRPr lang="en-US" sz="1800" kern="1200" dirty="0">
              <a:latin typeface="Calisto MT" panose="02040603050505030304" pitchFamily="18" charset="77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C401DB-9344-2347-8EC8-C664CFAA5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188" y="1770591"/>
            <a:ext cx="6440424" cy="33168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ECBC80-1080-8CD8-D239-C472381BF16E}"/>
              </a:ext>
            </a:extLst>
          </p:cNvPr>
          <p:cNvSpPr/>
          <p:nvPr/>
        </p:nvSpPr>
        <p:spPr>
          <a:xfrm>
            <a:off x="6096000" y="3048000"/>
            <a:ext cx="484909" cy="3810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68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F7F6-628B-FF0E-E5BB-81D4CBE2C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9451-2850-EC51-1BBB-E7649E4E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88472"/>
            <a:ext cx="4965267" cy="76892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masis MT Pro" panose="02040504050005020304" pitchFamily="18" charset="77"/>
                <a:ea typeface="Calibri Light"/>
                <a:cs typeface="Calibri Light"/>
              </a:rPr>
              <a:t>Working with External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41606-7FBF-59B5-6ED4-19EB67A49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7733"/>
            <a:ext cx="4829704" cy="3269722"/>
          </a:xfrm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2400" dirty="0">
                <a:latin typeface="Calisto MT" panose="02040603050505030304" pitchFamily="18" charset="77"/>
                <a:ea typeface="Calibri"/>
                <a:cs typeface="Calibri"/>
              </a:rPr>
              <a:t>Import files to session storage</a:t>
            </a:r>
          </a:p>
          <a:p>
            <a:pPr marL="742950" lvl="1" indent="-285750">
              <a:buChar char="•"/>
            </a:pPr>
            <a:r>
              <a:rPr lang="en-US" sz="2200" dirty="0">
                <a:latin typeface="Calisto MT" panose="02040603050505030304" pitchFamily="18" charset="77"/>
                <a:ea typeface="Calibri"/>
                <a:cs typeface="Calibri"/>
              </a:rPr>
              <a:t>Files get deleted when runtime is terminated</a:t>
            </a:r>
          </a:p>
          <a:p>
            <a:pPr marL="285750" indent="-285750">
              <a:buChar char="•"/>
            </a:pPr>
            <a:r>
              <a:rPr lang="en-US" sz="2400" dirty="0">
                <a:latin typeface="Calisto MT" panose="02040603050505030304" pitchFamily="18" charset="77"/>
                <a:ea typeface="Calibri"/>
                <a:cs typeface="Calibri"/>
              </a:rPr>
              <a:t>Mount Google Drive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12EBA5-39D8-7F5F-DA0D-DF4A0852D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5200" y="4380613"/>
            <a:ext cx="6172200" cy="1729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68041B-59B6-839A-D606-8FB8007A9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200" y="369411"/>
            <a:ext cx="6192490" cy="34821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BCB00B4-968C-50A7-C8C4-E50C435985F8}"/>
              </a:ext>
            </a:extLst>
          </p:cNvPr>
          <p:cNvSpPr/>
          <p:nvPr/>
        </p:nvSpPr>
        <p:spPr>
          <a:xfrm>
            <a:off x="6289963" y="3429000"/>
            <a:ext cx="2327563" cy="297873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7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7443-A3E6-FD03-E05C-CCD1CDBB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7BC-1526-3192-43CB-9E0E4AD7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88472"/>
            <a:ext cx="5408612" cy="76892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masis MT Pro" panose="02040504050005020304" pitchFamily="18" charset="77"/>
                <a:ea typeface="Calibri Light"/>
                <a:cs typeface="Calibri Light"/>
              </a:rPr>
              <a:t>Connect to Google Drive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64E22-CE53-5496-C2A5-BD14A8175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7733"/>
            <a:ext cx="4613158" cy="32697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2000" dirty="0">
                <a:latin typeface="Calisto MT" panose="02040603050505030304" pitchFamily="18" charset="77"/>
                <a:ea typeface="Calibri"/>
                <a:cs typeface="Calibri"/>
              </a:rPr>
              <a:t>Easily access files</a:t>
            </a:r>
          </a:p>
          <a:p>
            <a:pPr marL="285750" indent="-285750">
              <a:buChar char="•"/>
            </a:pPr>
            <a:r>
              <a:rPr lang="en-US" sz="2000" dirty="0">
                <a:latin typeface="Calisto MT" panose="02040603050505030304" pitchFamily="18" charset="77"/>
                <a:ea typeface="Calibri"/>
                <a:cs typeface="Calibri"/>
              </a:rPr>
              <a:t>Prevent losing files on runtime disconnection</a:t>
            </a:r>
          </a:p>
          <a:p>
            <a:pPr marL="285750" indent="-285750">
              <a:buChar char="•"/>
            </a:pPr>
            <a:r>
              <a:rPr lang="en-US" sz="2000" b="1" dirty="0">
                <a:latin typeface="Calisto MT" panose="02040603050505030304" pitchFamily="18" charset="77"/>
                <a:ea typeface="Calibri"/>
                <a:cs typeface="Calibri"/>
              </a:rPr>
              <a:t>Best Practice for external files</a:t>
            </a:r>
          </a:p>
          <a:p>
            <a:pPr marL="742950" lvl="1" indent="-285750">
              <a:buChar char="•"/>
            </a:pPr>
            <a:r>
              <a:rPr lang="en-US" sz="2000" dirty="0">
                <a:latin typeface="Calisto MT" panose="02040603050505030304" pitchFamily="18" charset="77"/>
                <a:ea typeface="Calibri"/>
                <a:cs typeface="Calibri"/>
              </a:rPr>
              <a:t>Connect Google Drive</a:t>
            </a:r>
          </a:p>
          <a:p>
            <a:pPr marL="742950" lvl="1" indent="-285750">
              <a:buChar char="•"/>
            </a:pPr>
            <a:r>
              <a:rPr lang="en-US" sz="2000" dirty="0">
                <a:latin typeface="Calisto MT" panose="02040603050505030304" pitchFamily="18" charset="77"/>
                <a:ea typeface="Calibri"/>
                <a:cs typeface="Calibri"/>
              </a:rPr>
              <a:t>Add path to the file in your google drive.</a:t>
            </a:r>
          </a:p>
          <a:p>
            <a:pPr marL="285750" indent="-285750">
              <a:buChar char="•"/>
            </a:pPr>
            <a:endParaRPr lang="en-US" sz="2000" dirty="0">
              <a:latin typeface="Calisto MT" panose="02040603050505030304" pitchFamily="18" charset="77"/>
              <a:ea typeface="Calibri"/>
              <a:cs typeface="Calibri"/>
            </a:endParaRPr>
          </a:p>
          <a:p>
            <a:endParaRPr lang="en-US" sz="2000" dirty="0">
              <a:latin typeface="Calisto MT" panose="02040603050505030304" pitchFamily="18" charset="77"/>
              <a:ea typeface="Calibri"/>
              <a:cs typeface="Calibri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47B4DA-0298-8F5B-3515-A53157E8A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3260" b="25330"/>
          <a:stretch>
            <a:fillRect/>
          </a:stretch>
        </p:blipFill>
        <p:spPr>
          <a:xfrm>
            <a:off x="5559181" y="4301115"/>
            <a:ext cx="6172200" cy="19879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37D3B8-952A-185B-B66D-827DB821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181" y="325610"/>
            <a:ext cx="6172200" cy="3741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4A8EDD-60DC-E5A3-1941-46005638B254}"/>
              </a:ext>
            </a:extLst>
          </p:cNvPr>
          <p:cNvSpPr txBox="1"/>
          <p:nvPr/>
        </p:nvSpPr>
        <p:spPr>
          <a:xfrm>
            <a:off x="5559181" y="3666585"/>
            <a:ext cx="913447" cy="40011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         1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41A97-0D4A-A33B-E133-CDE064581A33}"/>
              </a:ext>
            </a:extLst>
          </p:cNvPr>
          <p:cNvSpPr txBox="1"/>
          <p:nvPr/>
        </p:nvSpPr>
        <p:spPr>
          <a:xfrm>
            <a:off x="7083181" y="1996097"/>
            <a:ext cx="722673" cy="40011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       2</a:t>
            </a:r>
            <a:endParaRPr lang="en-US" sz="3200" b="1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2DD6A-ED28-DFBB-75B6-10FFE1947E56}"/>
              </a:ext>
            </a:extLst>
          </p:cNvPr>
          <p:cNvSpPr txBox="1"/>
          <p:nvPr/>
        </p:nvSpPr>
        <p:spPr>
          <a:xfrm>
            <a:off x="9268822" y="5373134"/>
            <a:ext cx="1324838" cy="400110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                3</a:t>
            </a:r>
            <a:endParaRPr lang="en-US" sz="32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290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FB1A-63E3-756D-5E35-AF25EC596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1EBE-8E69-09AD-6E73-1DDA949B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288472"/>
            <a:ext cx="3164176" cy="76892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masis MT Pro" panose="02040504050005020304" pitchFamily="18" charset="77"/>
                <a:ea typeface="Calibri Light"/>
                <a:cs typeface="Calibri Light"/>
              </a:rPr>
              <a:t>Connect Google drive using 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B7BBF-CC62-E0F6-78C3-A3E400B8B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7733"/>
            <a:ext cx="3995448" cy="3269722"/>
          </a:xfrm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 b="1" dirty="0">
                <a:latin typeface="Calisto MT" panose="02040603050505030304" pitchFamily="18" charset="77"/>
                <a:ea typeface="Calibri"/>
                <a:cs typeface="Calibri"/>
              </a:rPr>
              <a:t>Best Practice for external files</a:t>
            </a:r>
          </a:p>
          <a:p>
            <a:pPr marL="742950" lvl="1" indent="-285750">
              <a:buChar char="•"/>
            </a:pPr>
            <a:r>
              <a:rPr lang="en-US" sz="1800" dirty="0">
                <a:latin typeface="Calisto MT" panose="02040603050505030304" pitchFamily="18" charset="77"/>
                <a:ea typeface="Calibri"/>
                <a:cs typeface="Calibri"/>
              </a:rPr>
              <a:t>Connect Google Drive</a:t>
            </a:r>
          </a:p>
          <a:p>
            <a:pPr marL="742950" lvl="1" indent="-285750">
              <a:buChar char="•"/>
            </a:pPr>
            <a:r>
              <a:rPr lang="en-US" sz="1800" dirty="0">
                <a:latin typeface="Calisto MT" panose="02040603050505030304" pitchFamily="18" charset="77"/>
                <a:ea typeface="Calibri"/>
                <a:cs typeface="Calibri"/>
              </a:rPr>
              <a:t>Add path to the file in your google drive</a:t>
            </a:r>
            <a:r>
              <a:rPr lang="en-US" sz="2200" dirty="0">
                <a:latin typeface="Calisto MT" panose="02040603050505030304" pitchFamily="18" charset="77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E16CB-F0D6-62C8-9AF7-A91E4034CFFB}"/>
              </a:ext>
            </a:extLst>
          </p:cNvPr>
          <p:cNvSpPr txBox="1"/>
          <p:nvPr/>
        </p:nvSpPr>
        <p:spPr>
          <a:xfrm>
            <a:off x="5675971" y="4527395"/>
            <a:ext cx="5940933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google.colab</a:t>
            </a:r>
            <a: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drive</a:t>
            </a:r>
          </a:p>
          <a:p>
            <a:pPr>
              <a:lnSpc>
                <a:spcPts val="1425"/>
              </a:lnSpc>
              <a:buNone/>
            </a:pPr>
            <a:r>
              <a:rPr lang="en-US" sz="1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drive.mount</a:t>
            </a:r>
            <a: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('/content/drive’)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B1DF1DE-61D6-164D-ABD4-4D00D2697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011" y="900726"/>
            <a:ext cx="6172200" cy="300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31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61B694-7352-0177-2995-B8B8A5DA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5E67-2415-9272-BCF5-2F6E8101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288472"/>
            <a:ext cx="3164176" cy="76892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masis MT Pro" panose="02040504050005020304" pitchFamily="18" charset="77"/>
                <a:ea typeface="Calibri Light"/>
                <a:cs typeface="Calibri Light"/>
              </a:rPr>
              <a:t>Working with External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6A00E-710B-6093-E18C-41E4A75F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7733"/>
            <a:ext cx="3995448" cy="3269722"/>
          </a:xfrm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 dirty="0">
                <a:latin typeface="Calisto MT" panose="02040603050505030304" pitchFamily="18" charset="77"/>
                <a:ea typeface="Calibri"/>
                <a:cs typeface="Calibri"/>
              </a:rPr>
              <a:t>Import files to session</a:t>
            </a:r>
          </a:p>
          <a:p>
            <a:pPr marL="742950" lvl="1" indent="-285750">
              <a:buChar char="•"/>
            </a:pPr>
            <a:r>
              <a:rPr lang="en-US" sz="1800" dirty="0">
                <a:latin typeface="Calisto MT" panose="02040603050505030304" pitchFamily="18" charset="77"/>
                <a:ea typeface="Calibri"/>
                <a:cs typeface="Calibri"/>
              </a:rPr>
              <a:t>Files get deleted when runtime is terminated</a:t>
            </a:r>
          </a:p>
          <a:p>
            <a:pPr marL="285750" indent="-285750">
              <a:buChar char="•"/>
            </a:pPr>
            <a:r>
              <a:rPr lang="en-US" sz="1800" b="1" dirty="0">
                <a:latin typeface="Calisto MT" panose="02040603050505030304" pitchFamily="18" charset="77"/>
                <a:ea typeface="Calibri"/>
                <a:cs typeface="Calibri"/>
              </a:rPr>
              <a:t>Best Practice</a:t>
            </a:r>
          </a:p>
          <a:p>
            <a:pPr marL="742950" lvl="1" indent="-285750">
              <a:buChar char="•"/>
            </a:pPr>
            <a:r>
              <a:rPr lang="en-US" sz="1800" dirty="0">
                <a:latin typeface="Calisto MT" panose="02040603050505030304" pitchFamily="18" charset="77"/>
                <a:ea typeface="Calibri"/>
                <a:cs typeface="Calibri"/>
              </a:rPr>
              <a:t>Connect Google Drive</a:t>
            </a:r>
          </a:p>
          <a:p>
            <a:pPr marL="742950" lvl="1" indent="-285750">
              <a:buChar char="•"/>
            </a:pPr>
            <a:r>
              <a:rPr lang="en-US" sz="1800" dirty="0">
                <a:latin typeface="Calisto MT" panose="02040603050505030304" pitchFamily="18" charset="77"/>
                <a:ea typeface="Calibri"/>
                <a:cs typeface="Calibri"/>
              </a:rPr>
              <a:t>Add path to the file in your google drive</a:t>
            </a:r>
            <a:r>
              <a:rPr lang="en-US" sz="2200" dirty="0">
                <a:latin typeface="Calisto MT" panose="02040603050505030304" pitchFamily="18" charset="77"/>
                <a:ea typeface="Calibri"/>
                <a:cs typeface="Calibri"/>
              </a:rPr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97207A-E356-266F-DA0D-9007D7E6C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4016" y="617841"/>
            <a:ext cx="6781670" cy="3468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AF8540-8FD3-DFA3-15FB-0CD049FFC374}"/>
              </a:ext>
            </a:extLst>
          </p:cNvPr>
          <p:cNvSpPr txBox="1"/>
          <p:nvPr/>
        </p:nvSpPr>
        <p:spPr>
          <a:xfrm>
            <a:off x="5675971" y="4527395"/>
            <a:ext cx="5940933" cy="2076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google.colab</a:t>
            </a:r>
            <a: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drive</a:t>
            </a:r>
          </a:p>
          <a:p>
            <a:pPr>
              <a:lnSpc>
                <a:spcPts val="1425"/>
              </a:lnSpc>
              <a:buNone/>
            </a:pPr>
            <a:r>
              <a:rPr lang="en-US" sz="14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drive.mount</a:t>
            </a:r>
            <a: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('/content/drive’)</a:t>
            </a:r>
          </a:p>
          <a:p>
            <a:pPr>
              <a:lnSpc>
                <a:spcPts val="1425"/>
              </a:lnSpc>
              <a:buNone/>
            </a:pPr>
            <a:endParaRPr lang="en-US" sz="14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file_path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'/content/drive/MyDrive/path\to\folder’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df_csv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pd.read_csv(file_path)</a:t>
            </a:r>
            <a:b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df_csv.head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en-US" sz="1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the first few rows</a:t>
            </a:r>
          </a:p>
          <a:p>
            <a:pPr>
              <a:lnSpc>
                <a:spcPts val="1425"/>
              </a:lnSpc>
            </a:pPr>
            <a:br>
              <a:rPr lang="en-US" sz="14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4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053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FF0D5-BA19-75E2-33AD-A5C9C1B5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Let’s play a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2FE0-DB63-C046-1EB4-C48633FF2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We need some words!</a:t>
            </a:r>
          </a:p>
        </p:txBody>
      </p:sp>
      <p:pic>
        <p:nvPicPr>
          <p:cNvPr id="5" name="Picture 4" descr="A stack of dice on a boardgame">
            <a:extLst>
              <a:ext uri="{FF2B5EF4-FFF2-40B4-BE49-F238E27FC236}">
                <a16:creationId xmlns:a16="http://schemas.microsoft.com/office/drawing/2014/main" id="{45B1612D-9B7D-5420-3395-E5BBF96DE8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90" r="2189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06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72566-05A4-7312-8E2C-8DB0E4E94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640080"/>
            <a:ext cx="6519672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Now is your chance to create your mad libs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5A378-A10E-DBAC-A6F4-0D0A7A77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Follow the instruction given on the paper.</a:t>
            </a:r>
          </a:p>
        </p:txBody>
      </p:sp>
      <p:pic>
        <p:nvPicPr>
          <p:cNvPr id="5" name="Picture 4" descr="Person playing boardgame">
            <a:extLst>
              <a:ext uri="{FF2B5EF4-FFF2-40B4-BE49-F238E27FC236}">
                <a16:creationId xmlns:a16="http://schemas.microsoft.com/office/drawing/2014/main" id="{6B2DFCDE-B38A-8E93-92B0-49ABF48195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033" r="21806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9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9EBF3-636B-1C21-D46F-A791E603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Save your work</a:t>
            </a:r>
          </a:p>
        </p:txBody>
      </p:sp>
      <p:pic>
        <p:nvPicPr>
          <p:cNvPr id="5" name="Picture 4" descr="Hands on keyboard and mouse">
            <a:extLst>
              <a:ext uri="{FF2B5EF4-FFF2-40B4-BE49-F238E27FC236}">
                <a16:creationId xmlns:a16="http://schemas.microsoft.com/office/drawing/2014/main" id="{6932CC97-074B-7B95-D265-F4CC427AC2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58" r="12208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9A5DE-8B85-85F3-5845-E4A061F31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r>
              <a:rPr lang="en-US" sz="2000"/>
              <a:t>Save your work and commit it to git</a:t>
            </a:r>
          </a:p>
          <a:p>
            <a:r>
              <a:rPr lang="en-US" sz="2000"/>
              <a:t>Finally push this to your forked repo</a:t>
            </a:r>
          </a:p>
          <a:p>
            <a:pPr lvl="1"/>
            <a:r>
              <a:rPr lang="en-US" sz="2000"/>
              <a:t>Note: You will have to add a comment to indicate why you pushed this commit</a:t>
            </a:r>
          </a:p>
        </p:txBody>
      </p:sp>
    </p:spTree>
    <p:extLst>
      <p:ext uri="{BB962C8B-B14F-4D97-AF65-F5344CB8AC3E}">
        <p14:creationId xmlns:p14="http://schemas.microsoft.com/office/powerpoint/2010/main" val="3448292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12750F-B310-7A86-7E6E-3A1E9A9D9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Closure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BB99EE-069A-E5C1-8BEF-79C594D1A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/>
              <a:t>We learned a bit about git and </a:t>
            </a:r>
            <a:r>
              <a:rPr lang="en-US" sz="1800" dirty="0" err="1"/>
              <a:t>github</a:t>
            </a:r>
            <a:endParaRPr lang="en-US" sz="1800" dirty="0"/>
          </a:p>
          <a:p>
            <a:r>
              <a:rPr lang="en-US" sz="1800" dirty="0"/>
              <a:t>We accessed and navigated through a git repository</a:t>
            </a:r>
          </a:p>
          <a:p>
            <a:r>
              <a:rPr lang="en-US" sz="1800" dirty="0"/>
              <a:t>We learned a bit about air quality index</a:t>
            </a:r>
          </a:p>
          <a:p>
            <a:r>
              <a:rPr lang="en-US" sz="1800" dirty="0"/>
              <a:t>We wrote a couple of Python programs</a:t>
            </a:r>
          </a:p>
          <a:p>
            <a:r>
              <a:rPr lang="en-US" sz="1800" dirty="0"/>
              <a:t>And, we made some new friends!</a:t>
            </a:r>
          </a:p>
        </p:txBody>
      </p:sp>
      <p:pic>
        <p:nvPicPr>
          <p:cNvPr id="7" name="Picture 6" descr="Large skydiving group mid-air">
            <a:extLst>
              <a:ext uri="{FF2B5EF4-FFF2-40B4-BE49-F238E27FC236}">
                <a16:creationId xmlns:a16="http://schemas.microsoft.com/office/drawing/2014/main" id="{4305F092-C6A7-4F5D-A82E-3F4B611615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33" r="16065"/>
          <a:stretch/>
        </p:blipFill>
        <p:spPr>
          <a:xfrm>
            <a:off x="5821957" y="625683"/>
            <a:ext cx="5568142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352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9AFDA-7C68-58CA-EDE4-5160FC4D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US"/>
              <a:t>Coming up…</a:t>
            </a:r>
          </a:p>
        </p:txBody>
      </p:sp>
      <p:pic>
        <p:nvPicPr>
          <p:cNvPr id="5" name="Picture 4" descr="Hand on mouse">
            <a:extLst>
              <a:ext uri="{FF2B5EF4-FFF2-40B4-BE49-F238E27FC236}">
                <a16:creationId xmlns:a16="http://schemas.microsoft.com/office/drawing/2014/main" id="{C169AC29-0D80-2C15-6920-68196A5F5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11" r="8255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DCD9133-67FB-B039-23EF-0B64E5BACC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13788" y="2333297"/>
          <a:ext cx="4840010" cy="3843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5433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64E8627238B7428BD99C6D8DC70B79" ma:contentTypeVersion="17" ma:contentTypeDescription="Create a new document." ma:contentTypeScope="" ma:versionID="62a22931cfe578c476169afd469ff651">
  <xsd:schema xmlns:xsd="http://www.w3.org/2001/XMLSchema" xmlns:xs="http://www.w3.org/2001/XMLSchema" xmlns:p="http://schemas.microsoft.com/office/2006/metadata/properties" xmlns:ns2="36b2058d-813f-461a-9726-1c951a8d02e0" xmlns:ns3="785b6205-926b-4996-b7dc-1cee80bdb135" targetNamespace="http://schemas.microsoft.com/office/2006/metadata/properties" ma:root="true" ma:fieldsID="09df3c6f5df89accb1db9a7db779f462" ns2:_="" ns3:_="">
    <xsd:import namespace="36b2058d-813f-461a-9726-1c951a8d02e0"/>
    <xsd:import namespace="785b6205-926b-4996-b7dc-1cee80bdb1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2058d-813f-461a-9726-1c951a8d02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6963a87-7139-4f63-9b27-46f0e2e187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5b6205-926b-4996-b7dc-1cee80bdb135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4cf84ee-ef93-4590-880d-60122e1e692e}" ma:internalName="TaxCatchAll" ma:showField="CatchAllData" ma:web="785b6205-926b-4996-b7dc-1cee80bdb1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5b6205-926b-4996-b7dc-1cee80bdb135" xsi:nil="true"/>
    <lcf76f155ced4ddcb4097134ff3c332f xmlns="36b2058d-813f-461a-9726-1c951a8d02e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A80F38-8632-4493-A6B2-07CEC455B966}">
  <ds:schemaRefs>
    <ds:schemaRef ds:uri="36b2058d-813f-461a-9726-1c951a8d02e0"/>
    <ds:schemaRef ds:uri="785b6205-926b-4996-b7dc-1cee80bdb1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CD6E676-D598-495D-8B4A-25C23EB2B4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AE09F3-13AE-469D-AD12-8390E4B01D46}">
  <ds:schemaRefs>
    <ds:schemaRef ds:uri="http://schemas.microsoft.com/office/2006/documentManagement/types"/>
    <ds:schemaRef ds:uri="http://purl.org/dc/elements/1.1/"/>
    <ds:schemaRef ds:uri="http://www.w3.org/XML/1998/namespace"/>
    <ds:schemaRef ds:uri="785b6205-926b-4996-b7dc-1cee80bdb135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36b2058d-813f-461a-9726-1c951a8d02e0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be32f68-c72d-420d-b5bd-750c63a268e4}" enabled="0" method="" siteId="{abe32f68-c72d-420d-b5bd-750c63a268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2921</TotalTime>
  <Words>1431</Words>
  <Application>Microsoft Macintosh PowerPoint</Application>
  <PresentationFormat>Widescreen</PresentationFormat>
  <Paragraphs>195</Paragraphs>
  <Slides>36</Slides>
  <Notes>7</Notes>
  <HiddenSlides>1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Amasis MT Pro</vt:lpstr>
      <vt:lpstr>Arial</vt:lpstr>
      <vt:lpstr>Calibri</vt:lpstr>
      <vt:lpstr>Calibri Light</vt:lpstr>
      <vt:lpstr>Calisto MT</vt:lpstr>
      <vt:lpstr>Consolas</vt:lpstr>
      <vt:lpstr>Courier New</vt:lpstr>
      <vt:lpstr>Georgia</vt:lpstr>
      <vt:lpstr>Lato</vt:lpstr>
      <vt:lpstr>Office Theme</vt:lpstr>
      <vt:lpstr>Office Theme</vt:lpstr>
      <vt:lpstr>Welcome!</vt:lpstr>
      <vt:lpstr>Introductions  Dr. Somesh Roy</vt:lpstr>
      <vt:lpstr>Introductions </vt:lpstr>
      <vt:lpstr>Now it’s your turn!</vt:lpstr>
      <vt:lpstr>Logistics</vt:lpstr>
      <vt:lpstr>How well do you know your computer?</vt:lpstr>
      <vt:lpstr>Code for Climate</vt:lpstr>
      <vt:lpstr>Climate is a big puzzle</vt:lpstr>
      <vt:lpstr>It affects our lives in many perceptible and imperceptible ways.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 the end of this week</vt:lpstr>
      <vt:lpstr>Let’s take a break</vt:lpstr>
      <vt:lpstr>Let’s shuffle: The anagram game</vt:lpstr>
      <vt:lpstr>What is Coding?</vt:lpstr>
      <vt:lpstr>How computer programs work</vt:lpstr>
      <vt:lpstr>PowerPoint Presentation</vt:lpstr>
      <vt:lpstr>PowerPoint Presentation</vt:lpstr>
      <vt:lpstr>Running locally or remotely?</vt:lpstr>
      <vt:lpstr>What is Google Colab?</vt:lpstr>
      <vt:lpstr>Getting started with Google colab</vt:lpstr>
      <vt:lpstr>File Management </vt:lpstr>
      <vt:lpstr>Working with other notebooks</vt:lpstr>
      <vt:lpstr>Hello, World!</vt:lpstr>
      <vt:lpstr>Working with External files</vt:lpstr>
      <vt:lpstr>Connect to Google Drive</vt:lpstr>
      <vt:lpstr>Connect Google drive using code</vt:lpstr>
      <vt:lpstr>Working with External files</vt:lpstr>
      <vt:lpstr>Let’s play a game</vt:lpstr>
      <vt:lpstr>Now is your chance to create your mad libs game</vt:lpstr>
      <vt:lpstr>Save your work</vt:lpstr>
      <vt:lpstr>Closure</vt:lpstr>
      <vt:lpstr>Coming up…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</dc:title>
  <dc:creator>Roy, Somesh</dc:creator>
  <cp:lastModifiedBy>Omokayode, John</cp:lastModifiedBy>
  <cp:revision>1</cp:revision>
  <dcterms:created xsi:type="dcterms:W3CDTF">2022-08-29T23:16:45Z</dcterms:created>
  <dcterms:modified xsi:type="dcterms:W3CDTF">2025-07-17T16:26:06Z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0x010100AD64E8627238B7428BD99C6D8DC70B79</vt:lpwstr>
  </property>
  <property fmtid="{D5CDD505-2E9C-101B-9397-08002B2CF9AE}" pid="3" name="MediaServiceImageTags">
    <vt:lpwstr/>
  </property>
</Properties>
</file>